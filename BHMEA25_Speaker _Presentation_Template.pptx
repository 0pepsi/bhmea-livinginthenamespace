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Inter" panose="020B0604020202020204" charset="0"/>
      <p:regular r:id="rId19"/>
      <p:bold r:id="rId20"/>
      <p:italic r:id="rId21"/>
      <p:boldItalic r:id="rId22"/>
    </p:embeddedFont>
    <p:embeddedFont>
      <p:font typeface="Inter Medium" panose="020B0604020202020204" charset="0"/>
      <p:regular r:id="rId23"/>
      <p:bold r:id="rId24"/>
      <p:italic r:id="rId25"/>
      <p:boldItalic r:id="rId26"/>
    </p:embeddedFont>
    <p:embeddedFont>
      <p:font typeface="Open Sans Light" panose="020B0306030504020204" pitchFamily="34" charset="0"/>
      <p:regular r:id="rId27"/>
      <p:bold r:id="rId28"/>
      <p:italic r:id="rId29"/>
      <p:boldItalic r:id="rId30"/>
    </p:embeddedFont>
    <p:embeddedFont>
      <p:font typeface="Orbitron Medium" panose="020B0604020202020204" charset="0"/>
      <p:regular r:id="rId31"/>
      <p:bold r:id="rId32"/>
    </p:embeddedFont>
    <p:embeddedFont>
      <p:font typeface="Orbitron SemiBold"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2xkQoMYZcCpi4GUZ+48ywelKvz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42" y="10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Inter"/>
                <a:ea typeface="Inter"/>
                <a:cs typeface="Inter"/>
                <a:sym typeface="Inter"/>
              </a:defRPr>
            </a:lvl1pPr>
            <a:lvl2pPr marL="914400" marR="0" lvl="1" indent="-228600" algn="l" rtl="0">
              <a:spcBef>
                <a:spcPts val="0"/>
              </a:spcBef>
              <a:spcAft>
                <a:spcPts val="0"/>
              </a:spcAft>
              <a:buSzPts val="1400"/>
              <a:buNone/>
              <a:defRPr sz="1200" b="0" i="0" u="none" strike="noStrike" cap="none">
                <a:solidFill>
                  <a:schemeClr val="dk1"/>
                </a:solidFill>
                <a:latin typeface="Inter"/>
                <a:ea typeface="Inter"/>
                <a:cs typeface="Inter"/>
                <a:sym typeface="Inter"/>
              </a:defRPr>
            </a:lvl2pPr>
            <a:lvl3pPr marL="1371600" marR="0" lvl="2" indent="-228600" algn="l" rtl="0">
              <a:spcBef>
                <a:spcPts val="0"/>
              </a:spcBef>
              <a:spcAft>
                <a:spcPts val="0"/>
              </a:spcAft>
              <a:buSzPts val="1400"/>
              <a:buNone/>
              <a:defRPr sz="1200" b="0" i="0" u="none" strike="noStrike" cap="none">
                <a:solidFill>
                  <a:schemeClr val="dk1"/>
                </a:solidFill>
                <a:latin typeface="Inter"/>
                <a:ea typeface="Inter"/>
                <a:cs typeface="Inter"/>
                <a:sym typeface="Inter"/>
              </a:defRPr>
            </a:lvl3pPr>
            <a:lvl4pPr marL="1828800" marR="0" lvl="3" indent="-228600" algn="l" rtl="0">
              <a:spcBef>
                <a:spcPts val="0"/>
              </a:spcBef>
              <a:spcAft>
                <a:spcPts val="0"/>
              </a:spcAft>
              <a:buSzPts val="1400"/>
              <a:buNone/>
              <a:defRPr sz="1200" b="0" i="0" u="none" strike="noStrike" cap="none">
                <a:solidFill>
                  <a:schemeClr val="dk1"/>
                </a:solidFill>
                <a:latin typeface="Inter"/>
                <a:ea typeface="Inter"/>
                <a:cs typeface="Inter"/>
                <a:sym typeface="Inter"/>
              </a:defRPr>
            </a:lvl4pPr>
            <a:lvl5pPr marL="2286000" marR="0" lvl="4" indent="-228600" algn="l" rtl="0">
              <a:spcBef>
                <a:spcPts val="0"/>
              </a:spcBef>
              <a:spcAft>
                <a:spcPts val="0"/>
              </a:spcAft>
              <a:buSzPts val="1400"/>
              <a:buNone/>
              <a:defRPr sz="1200" b="0" i="0" u="none" strike="noStrike" cap="none">
                <a:solidFill>
                  <a:schemeClr val="dk1"/>
                </a:solidFill>
                <a:latin typeface="Inter"/>
                <a:ea typeface="Inter"/>
                <a:cs typeface="Inter"/>
                <a:sym typeface="Inter"/>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Inter"/>
                <a:ea typeface="Inter"/>
                <a:cs typeface="Inter"/>
                <a:sym typeface="Inter"/>
              </a:rPr>
              <a:t>‹#›</a:t>
            </a:fld>
            <a:endParaRPr sz="1200" b="0" i="0" u="none" strike="noStrike" cap="none">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60E723B8-8CFA-21BA-46F6-C104D27B1DA5}"/>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6C5B5BF8-1C23-7F72-B114-B459EE0368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B9D4C956-C51D-860C-3892-8D626DA157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1584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EAEA1C64-49F7-3E7A-AD23-497C9DC47FC7}"/>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05932784-1B0C-BB7E-F30A-F9B54C7903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24CE3BD9-A381-FD85-40A1-44D8F6B9D7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929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EDC8BC6D-2B13-9DBA-D1BC-6861EA17A9FB}"/>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243CAFD8-C5F9-3C61-01AB-1C5A46EDEF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B6931545-3E27-8CC5-38EC-72FD8B9F0B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5676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5B3D5849-B5BD-550B-9FD5-732C912FBD8C}"/>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6D12742E-3436-94EA-8049-780830768D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C4085FD6-0DA6-58C6-EE54-E09348E8E4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906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8C4346EC-AF06-2C19-388A-24101D157F37}"/>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BED2908E-8923-E1DC-7225-9B1758F95C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74FD2B86-3A64-5E9D-F2D3-8A316D5FF5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056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D67F2B4D-F756-CB06-C377-5F0C7C834330}"/>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90CA80EA-6579-92CB-E925-C671B2EA3C8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48" name="Google Shape;648;p2:notes">
            <a:extLst>
              <a:ext uri="{FF2B5EF4-FFF2-40B4-BE49-F238E27FC236}">
                <a16:creationId xmlns:a16="http://schemas.microsoft.com/office/drawing/2014/main" id="{E402964D-CDB7-4CC2-E94D-4CADC0AABA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1938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A137C879-7095-341A-7DA8-F15F6140F85E}"/>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4C480A85-3E5F-5060-D00D-7F995551F4A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40ED8FFA-94C6-C7D0-8B87-7BEA17575A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9680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C29211BF-6399-D76F-8203-4E195FF935E8}"/>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F3AC66CC-1930-105B-CF1E-5B7F8838A7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AD7AF57D-8D56-B7D4-6DEA-EAC89861F2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116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65F3BA9F-577F-12DB-F32C-031C3B95A7C0}"/>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2B6FDB8A-756E-E65D-8402-50773B5969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52304B8B-2E79-43BC-30C1-A1DE0740B7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7716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A9AE6462-DD10-AB5B-8684-F9CA76A7EEC2}"/>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74EEA71C-B9FC-31B8-E476-038F709558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5025CA30-E8CD-276C-72BF-30F2E1A78D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114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77FC032A-895A-FC08-B4A2-D6C1293B9655}"/>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B58578AF-076D-97F9-DEA2-313ED00AEA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6FC36FCB-E4FE-EE4D-2A38-DA9187E737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152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5B02DD1E-12CE-F219-B1ED-AC752BC2A36A}"/>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DF42D6C4-1140-2CF1-38B2-DD6C208D18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67E0BD92-5A2A-5076-A4D9-B859C9E4D1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7453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CACADDDD-20C9-2A10-00B4-F7BE956C3091}"/>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3667FA56-2117-90E8-0C10-67A63E27EA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8496EBEB-4D7F-6D1B-0748-B616948E88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9439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02100771-2DEB-D01D-9105-A1634D53222F}"/>
            </a:ext>
          </a:extLst>
        </p:cNvPr>
        <p:cNvGrpSpPr/>
        <p:nvPr/>
      </p:nvGrpSpPr>
      <p:grpSpPr>
        <a:xfrm>
          <a:off x="0" y="0"/>
          <a:ext cx="0" cy="0"/>
          <a:chOff x="0" y="0"/>
          <a:chExt cx="0" cy="0"/>
        </a:xfrm>
      </p:grpSpPr>
      <p:sp>
        <p:nvSpPr>
          <p:cNvPr id="647" name="Google Shape;647;p2:notes">
            <a:extLst>
              <a:ext uri="{FF2B5EF4-FFF2-40B4-BE49-F238E27FC236}">
                <a16:creationId xmlns:a16="http://schemas.microsoft.com/office/drawing/2014/main" id="{C7BC5F78-E1A2-2CA4-F9A4-AE7F8C0CE9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2:notes">
            <a:extLst>
              <a:ext uri="{FF2B5EF4-FFF2-40B4-BE49-F238E27FC236}">
                <a16:creationId xmlns:a16="http://schemas.microsoft.com/office/drawing/2014/main" id="{FAB5D60B-4AF7-ED15-D67D-D7CB02AE5F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44979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tterly Blank">
  <p:cSld name="Utterly Blank">
    <p:spTree>
      <p:nvGrpSpPr>
        <p:cNvPr id="1" name="Shape 28"/>
        <p:cNvGrpSpPr/>
        <p:nvPr/>
      </p:nvGrpSpPr>
      <p:grpSpPr>
        <a:xfrm>
          <a:off x="0" y="0"/>
          <a:ext cx="0" cy="0"/>
          <a:chOff x="0" y="0"/>
          <a:chExt cx="0" cy="0"/>
        </a:xfrm>
      </p:grpSpPr>
      <p:grpSp>
        <p:nvGrpSpPr>
          <p:cNvPr id="29" name="Google Shape;29;p21"/>
          <p:cNvGrpSpPr/>
          <p:nvPr/>
        </p:nvGrpSpPr>
        <p:grpSpPr>
          <a:xfrm>
            <a:off x="0" y="-138870"/>
            <a:ext cx="12616886" cy="7135740"/>
            <a:chOff x="0" y="-96987"/>
            <a:chExt cx="18690451" cy="10570770"/>
          </a:xfrm>
        </p:grpSpPr>
        <p:pic>
          <p:nvPicPr>
            <p:cNvPr id="30" name="Google Shape;30;p21"/>
            <p:cNvPicPr preferRelativeResize="0"/>
            <p:nvPr/>
          </p:nvPicPr>
          <p:blipFill rotWithShape="1">
            <a:blip r:embed="rId2">
              <a:alphaModFix/>
            </a:blip>
            <a:srcRect/>
            <a:stretch/>
          </p:blipFill>
          <p:spPr>
            <a:xfrm rot="10800000">
              <a:off x="0" y="0"/>
              <a:ext cx="18288000" cy="10287000"/>
            </a:xfrm>
            <a:prstGeom prst="rect">
              <a:avLst/>
            </a:prstGeom>
            <a:noFill/>
            <a:ln>
              <a:noFill/>
            </a:ln>
          </p:spPr>
        </p:pic>
        <p:pic>
          <p:nvPicPr>
            <p:cNvPr id="31" name="Google Shape;31;p21" descr="A green square in a black background&#10;&#10;AI-generated content may be incorrect."/>
            <p:cNvPicPr preferRelativeResize="0"/>
            <p:nvPr/>
          </p:nvPicPr>
          <p:blipFill rotWithShape="1">
            <a:blip r:embed="rId3">
              <a:alphaModFix/>
            </a:blip>
            <a:srcRect/>
            <a:stretch/>
          </p:blipFill>
          <p:spPr>
            <a:xfrm>
              <a:off x="1828800" y="8987883"/>
              <a:ext cx="1485900" cy="1485900"/>
            </a:xfrm>
            <a:prstGeom prst="rect">
              <a:avLst/>
            </a:prstGeom>
            <a:noFill/>
            <a:ln>
              <a:noFill/>
            </a:ln>
          </p:spPr>
        </p:pic>
        <p:pic>
          <p:nvPicPr>
            <p:cNvPr id="32" name="Google Shape;32;p21" descr="A green square in black background&#10;&#10;AI-generated content may be incorrect."/>
            <p:cNvPicPr preferRelativeResize="0"/>
            <p:nvPr/>
          </p:nvPicPr>
          <p:blipFill rotWithShape="1">
            <a:blip r:embed="rId4">
              <a:alphaModFix/>
            </a:blip>
            <a:srcRect/>
            <a:stretch/>
          </p:blipFill>
          <p:spPr>
            <a:xfrm>
              <a:off x="16294100" y="-96987"/>
              <a:ext cx="1993900" cy="1993900"/>
            </a:xfrm>
            <a:prstGeom prst="rect">
              <a:avLst/>
            </a:prstGeom>
            <a:noFill/>
            <a:ln>
              <a:noFill/>
            </a:ln>
          </p:spPr>
        </p:pic>
        <p:pic>
          <p:nvPicPr>
            <p:cNvPr id="33" name="Google Shape;33;p21"/>
            <p:cNvPicPr preferRelativeResize="0"/>
            <p:nvPr/>
          </p:nvPicPr>
          <p:blipFill rotWithShape="1">
            <a:blip r:embed="rId5">
              <a:alphaModFix/>
            </a:blip>
            <a:srcRect/>
            <a:stretch/>
          </p:blipFill>
          <p:spPr>
            <a:xfrm>
              <a:off x="446116" y="768607"/>
              <a:ext cx="996254" cy="996254"/>
            </a:xfrm>
            <a:prstGeom prst="rect">
              <a:avLst/>
            </a:prstGeom>
            <a:noFill/>
            <a:ln>
              <a:noFill/>
            </a:ln>
          </p:spPr>
        </p:pic>
        <p:pic>
          <p:nvPicPr>
            <p:cNvPr id="34" name="Google Shape;34;p21" descr="A green square in black background&#10;&#10;AI-generated content may be incorrect."/>
            <p:cNvPicPr preferRelativeResize="0"/>
            <p:nvPr/>
          </p:nvPicPr>
          <p:blipFill rotWithShape="1">
            <a:blip r:embed="rId4">
              <a:alphaModFix/>
            </a:blip>
            <a:srcRect/>
            <a:stretch/>
          </p:blipFill>
          <p:spPr>
            <a:xfrm>
              <a:off x="17441778" y="2383006"/>
              <a:ext cx="1248673" cy="1248673"/>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9"/>
        <p:cNvGrpSpPr/>
        <p:nvPr/>
      </p:nvGrpSpPr>
      <p:grpSpPr>
        <a:xfrm>
          <a:off x="0" y="0"/>
          <a:ext cx="0" cy="0"/>
          <a:chOff x="0" y="0"/>
          <a:chExt cx="0" cy="0"/>
        </a:xfrm>
      </p:grpSpPr>
      <p:sp>
        <p:nvSpPr>
          <p:cNvPr id="40" name="Google Shape;40;p2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t" anchorCtr="0">
            <a:normAutofit/>
          </a:bodyPr>
          <a:lstStyle>
            <a:lvl1pPr marR="0" lvl="0" algn="ctr" rtl="0">
              <a:lnSpc>
                <a:spcPct val="86000"/>
              </a:lnSpc>
              <a:spcBef>
                <a:spcPts val="0"/>
              </a:spcBef>
              <a:spcAft>
                <a:spcPts val="0"/>
              </a:spcAft>
              <a:buClr>
                <a:schemeClr val="dk1"/>
              </a:buClr>
              <a:buSzPts val="3600"/>
              <a:buFont typeface="Orbitron Medium"/>
              <a:buNone/>
              <a:defRPr sz="36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23"/>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40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R="0" lvl="1" algn="ctr" rtl="0">
              <a:spcBef>
                <a:spcPts val="320"/>
              </a:spcBef>
              <a:spcAft>
                <a:spcPts val="0"/>
              </a:spcAft>
              <a:buClr>
                <a:schemeClr val="accent1"/>
              </a:buClr>
              <a:buSzPts val="1600"/>
              <a:buFont typeface="Arial"/>
              <a:buNone/>
              <a:defRPr sz="1600" b="0" i="0" u="none" strike="noStrike" cap="none">
                <a:solidFill>
                  <a:srgbClr val="888888"/>
                </a:solidFill>
                <a:latin typeface="Arial"/>
                <a:ea typeface="Arial"/>
                <a:cs typeface="Arial"/>
                <a:sym typeface="Arial"/>
              </a:defRPr>
            </a:lvl2pPr>
            <a:lvl3pPr marR="0" lvl="2" algn="ctr" rtl="0">
              <a:spcBef>
                <a:spcPts val="320"/>
              </a:spcBef>
              <a:spcAft>
                <a:spcPts val="0"/>
              </a:spcAft>
              <a:buClr>
                <a:schemeClr val="accent1"/>
              </a:buClr>
              <a:buSzPts val="1600"/>
              <a:buFont typeface="Arial"/>
              <a:buNone/>
              <a:defRPr sz="1600" b="0" i="0" u="none" strike="noStrike" cap="none">
                <a:solidFill>
                  <a:srgbClr val="888888"/>
                </a:solidFill>
                <a:latin typeface="Arial"/>
                <a:ea typeface="Arial"/>
                <a:cs typeface="Arial"/>
                <a:sym typeface="Arial"/>
              </a:defRPr>
            </a:lvl3pPr>
            <a:lvl4pPr marR="0" lvl="3" algn="ctr" rtl="0">
              <a:spcBef>
                <a:spcPts val="320"/>
              </a:spcBef>
              <a:spcAft>
                <a:spcPts val="0"/>
              </a:spcAft>
              <a:buClr>
                <a:schemeClr val="accent1"/>
              </a:buClr>
              <a:buSzPts val="1600"/>
              <a:buFont typeface="Arial"/>
              <a:buNone/>
              <a:defRPr sz="1600" b="0" i="0" u="none" strike="noStrike" cap="none">
                <a:solidFill>
                  <a:srgbClr val="888888"/>
                </a:solidFill>
                <a:latin typeface="Arial"/>
                <a:ea typeface="Arial"/>
                <a:cs typeface="Arial"/>
                <a:sym typeface="Arial"/>
              </a:defRPr>
            </a:lvl4pPr>
            <a:lvl5pPr marR="0" lvl="4" algn="ctr" rtl="0">
              <a:spcBef>
                <a:spcPts val="320"/>
              </a:spcBef>
              <a:spcAft>
                <a:spcPts val="0"/>
              </a:spcAft>
              <a:buClr>
                <a:schemeClr val="accent1"/>
              </a:buClr>
              <a:buSzPts val="1600"/>
              <a:buFont typeface="Arial"/>
              <a:buNone/>
              <a:defRPr sz="1600" b="0" i="0" u="none" strike="noStrike" cap="none">
                <a:solidFill>
                  <a:srgbClr val="888888"/>
                </a:solidFill>
                <a:latin typeface="Arial"/>
                <a:ea typeface="Arial"/>
                <a:cs typeface="Arial"/>
                <a:sym typeface="Arial"/>
              </a:defRPr>
            </a:lvl5pPr>
            <a:lvl6pPr marR="0" lvl="5" algn="ctr" rtl="0">
              <a:spcBef>
                <a:spcPts val="533"/>
              </a:spcBef>
              <a:spcAft>
                <a:spcPts val="0"/>
              </a:spcAft>
              <a:buClr>
                <a:srgbClr val="888888"/>
              </a:buClr>
              <a:buSzPts val="2667"/>
              <a:buFont typeface="Arial"/>
              <a:buNone/>
              <a:defRPr sz="2667" b="0" i="0" u="none" strike="noStrike" cap="none">
                <a:solidFill>
                  <a:srgbClr val="888888"/>
                </a:solidFill>
                <a:latin typeface="Open Sans Light"/>
                <a:ea typeface="Open Sans Light"/>
                <a:cs typeface="Open Sans Light"/>
                <a:sym typeface="Open Sans Light"/>
              </a:defRPr>
            </a:lvl6pPr>
            <a:lvl7pPr marR="0" lvl="6" algn="ctr" rtl="0">
              <a:spcBef>
                <a:spcPts val="533"/>
              </a:spcBef>
              <a:spcAft>
                <a:spcPts val="0"/>
              </a:spcAft>
              <a:buClr>
                <a:srgbClr val="888888"/>
              </a:buClr>
              <a:buSzPts val="2667"/>
              <a:buFont typeface="Arial"/>
              <a:buNone/>
              <a:defRPr sz="2667" b="0" i="0" u="none" strike="noStrike" cap="none">
                <a:solidFill>
                  <a:srgbClr val="888888"/>
                </a:solidFill>
                <a:latin typeface="Open Sans Light"/>
                <a:ea typeface="Open Sans Light"/>
                <a:cs typeface="Open Sans Light"/>
                <a:sym typeface="Open Sans Light"/>
              </a:defRPr>
            </a:lvl7pPr>
            <a:lvl8pPr marR="0" lvl="7" algn="ctr" rtl="0">
              <a:spcBef>
                <a:spcPts val="533"/>
              </a:spcBef>
              <a:spcAft>
                <a:spcPts val="0"/>
              </a:spcAft>
              <a:buClr>
                <a:srgbClr val="888888"/>
              </a:buClr>
              <a:buSzPts val="2667"/>
              <a:buFont typeface="Arial"/>
              <a:buNone/>
              <a:defRPr sz="2667" b="0" i="0" u="none" strike="noStrike" cap="none">
                <a:solidFill>
                  <a:srgbClr val="888888"/>
                </a:solidFill>
                <a:latin typeface="Open Sans Light"/>
                <a:ea typeface="Open Sans Light"/>
                <a:cs typeface="Open Sans Light"/>
                <a:sym typeface="Open Sans Light"/>
              </a:defRPr>
            </a:lvl8pPr>
            <a:lvl9pPr marR="0" lvl="8" algn="ctr" rtl="0">
              <a:spcBef>
                <a:spcPts val="533"/>
              </a:spcBef>
              <a:spcAft>
                <a:spcPts val="0"/>
              </a:spcAft>
              <a:buClr>
                <a:srgbClr val="888888"/>
              </a:buClr>
              <a:buSzPts val="2667"/>
              <a:buFont typeface="Arial"/>
              <a:buNone/>
              <a:defRPr sz="2667" b="0" i="0" u="none" strike="noStrike" cap="none">
                <a:solidFill>
                  <a:srgbClr val="888888"/>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
        <p:cNvGrpSpPr/>
        <p:nvPr/>
      </p:nvGrpSpPr>
      <p:grpSpPr>
        <a:xfrm>
          <a:off x="0" y="0"/>
          <a:ext cx="0" cy="0"/>
          <a:chOff x="0" y="0"/>
          <a:chExt cx="0" cy="0"/>
        </a:xfrm>
      </p:grpSpPr>
      <p:sp>
        <p:nvSpPr>
          <p:cNvPr id="43" name="Google Shape;43;p24"/>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24"/>
          <p:cNvSpPr txBox="1">
            <a:spLocks noGrp="1"/>
          </p:cNvSpPr>
          <p:nvPr>
            <p:ph type="body" idx="1"/>
          </p:nvPr>
        </p:nvSpPr>
        <p:spPr>
          <a:xfrm>
            <a:off x="914400" y="1219200"/>
            <a:ext cx="10363200" cy="4627563"/>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12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ubtitle and Content">
  <p:cSld name="1_Title Subtitle and Content">
    <p:spTree>
      <p:nvGrpSpPr>
        <p:cNvPr id="1" name="Shape 45"/>
        <p:cNvGrpSpPr/>
        <p:nvPr/>
      </p:nvGrpSpPr>
      <p:grpSpPr>
        <a:xfrm>
          <a:off x="0" y="0"/>
          <a:ext cx="0" cy="0"/>
          <a:chOff x="0" y="0"/>
          <a:chExt cx="0" cy="0"/>
        </a:xfrm>
      </p:grpSpPr>
      <p:sp>
        <p:nvSpPr>
          <p:cNvPr id="46" name="Google Shape;46;p25"/>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25"/>
          <p:cNvSpPr txBox="1">
            <a:spLocks noGrp="1"/>
          </p:cNvSpPr>
          <p:nvPr>
            <p:ph type="body" idx="1"/>
          </p:nvPr>
        </p:nvSpPr>
        <p:spPr>
          <a:xfrm>
            <a:off x="914400" y="1452420"/>
            <a:ext cx="10363200" cy="4627563"/>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12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 name="Google Shape;48;p25"/>
          <p:cNvSpPr txBox="1">
            <a:spLocks noGrp="1"/>
          </p:cNvSpPr>
          <p:nvPr>
            <p:ph type="body" idx="2"/>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 text no subtitle">
  <p:cSld name="Two column text no subtitle">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26"/>
          <p:cNvSpPr txBox="1">
            <a:spLocks noGrp="1"/>
          </p:cNvSpPr>
          <p:nvPr>
            <p:ph type="body" idx="1"/>
          </p:nvPr>
        </p:nvSpPr>
        <p:spPr>
          <a:xfrm>
            <a:off x="914400" y="1219200"/>
            <a:ext cx="10363200" cy="462756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1200"/>
              </a:spcBef>
              <a:spcAft>
                <a:spcPts val="0"/>
              </a:spcAft>
              <a:buClr>
                <a:schemeClr val="accent1"/>
              </a:buClr>
              <a:buSzPts val="1600"/>
              <a:buFont typeface="Arial"/>
              <a:buNone/>
              <a:defRPr sz="1600" b="0" i="0" u="none" strike="noStrike" cap="none">
                <a:solidFill>
                  <a:schemeClr val="dk1"/>
                </a:solidFill>
                <a:latin typeface="Inter Medium"/>
                <a:ea typeface="Inter Medium"/>
                <a:cs typeface="Inter Medium"/>
                <a:sym typeface="Inter Medium"/>
              </a:defRPr>
            </a:lvl1pPr>
            <a:lvl2pPr marL="914400" marR="0" lvl="1"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1200"/>
              </a:spcBef>
              <a:spcAft>
                <a:spcPts val="0"/>
              </a:spcAft>
              <a:buClr>
                <a:schemeClr val="accent1"/>
              </a:buClr>
              <a:buSzPts val="1600"/>
              <a:buFont typeface="Open Sans Light"/>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1200"/>
              </a:spcBef>
              <a:spcAft>
                <a:spcPts val="0"/>
              </a:spcAft>
              <a:buClr>
                <a:schemeClr val="accent1"/>
              </a:buClr>
              <a:buSzPts val="1600"/>
              <a:buFont typeface="Open Sans Light"/>
              <a:buChar char="–"/>
              <a:defRPr sz="16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 text with subtitle">
  <p:cSld name="Two column text with subtitle">
    <p:spTree>
      <p:nvGrpSpPr>
        <p:cNvPr id="1" name="Shape 52"/>
        <p:cNvGrpSpPr/>
        <p:nvPr/>
      </p:nvGrpSpPr>
      <p:grpSpPr>
        <a:xfrm>
          <a:off x="0" y="0"/>
          <a:ext cx="0" cy="0"/>
          <a:chOff x="0" y="0"/>
          <a:chExt cx="0" cy="0"/>
        </a:xfrm>
      </p:grpSpPr>
      <p:sp>
        <p:nvSpPr>
          <p:cNvPr id="53" name="Google Shape;53;p27"/>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 name="Google Shape;54;p27"/>
          <p:cNvSpPr txBox="1">
            <a:spLocks noGrp="1"/>
          </p:cNvSpPr>
          <p:nvPr>
            <p:ph type="body" idx="1"/>
          </p:nvPr>
        </p:nvSpPr>
        <p:spPr>
          <a:xfrm>
            <a:off x="914400" y="1452420"/>
            <a:ext cx="10363200" cy="462756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1200"/>
              </a:spcBef>
              <a:spcAft>
                <a:spcPts val="0"/>
              </a:spcAft>
              <a:buClr>
                <a:schemeClr val="accent1"/>
              </a:buClr>
              <a:buSzPts val="1600"/>
              <a:buFont typeface="Arial"/>
              <a:buNone/>
              <a:defRPr sz="1600" b="0" i="0" u="none" strike="noStrike" cap="none">
                <a:solidFill>
                  <a:schemeClr val="dk1"/>
                </a:solidFill>
                <a:latin typeface="Inter Medium"/>
                <a:ea typeface="Inter Medium"/>
                <a:cs typeface="Inter Medium"/>
                <a:sym typeface="Inter Medium"/>
              </a:defRPr>
            </a:lvl1pPr>
            <a:lvl2pPr marL="914400" marR="0" lvl="1"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1200"/>
              </a:spcBef>
              <a:spcAft>
                <a:spcPts val="0"/>
              </a:spcAft>
              <a:buClr>
                <a:schemeClr val="accent1"/>
              </a:buClr>
              <a:buSzPts val="1600"/>
              <a:buFont typeface="Open Sans Light"/>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120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1200"/>
              </a:spcBef>
              <a:spcAft>
                <a:spcPts val="0"/>
              </a:spcAft>
              <a:buClr>
                <a:schemeClr val="accent1"/>
              </a:buClr>
              <a:buSzPts val="1600"/>
              <a:buFont typeface="Open Sans Light"/>
              <a:buChar char="–"/>
              <a:defRPr sz="16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5" name="Google Shape;55;p27"/>
          <p:cNvSpPr txBox="1">
            <a:spLocks noGrp="1"/>
          </p:cNvSpPr>
          <p:nvPr>
            <p:ph type="body" idx="2"/>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with Subtitle">
  <p:cSld name="Two Content with Subtitle">
    <p:spTree>
      <p:nvGrpSpPr>
        <p:cNvPr id="1" name="Shape 56"/>
        <p:cNvGrpSpPr/>
        <p:nvPr/>
      </p:nvGrpSpPr>
      <p:grpSpPr>
        <a:xfrm>
          <a:off x="0" y="0"/>
          <a:ext cx="0" cy="0"/>
          <a:chOff x="0" y="0"/>
          <a:chExt cx="0" cy="0"/>
        </a:xfrm>
      </p:grpSpPr>
      <p:sp>
        <p:nvSpPr>
          <p:cNvPr id="57" name="Google Shape;57;p2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 name="Google Shape;58;p28"/>
          <p:cNvSpPr txBox="1">
            <a:spLocks noGrp="1"/>
          </p:cNvSpPr>
          <p:nvPr>
            <p:ph type="body" idx="1"/>
          </p:nvPr>
        </p:nvSpPr>
        <p:spPr>
          <a:xfrm>
            <a:off x="914400" y="1452420"/>
            <a:ext cx="50800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6pPr>
            <a:lvl7pPr marL="3200400" marR="0" lvl="6"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7pPr>
            <a:lvl8pPr marL="3657600" marR="0" lvl="7"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8pPr>
            <a:lvl9pPr marL="4114800" marR="0" lvl="8"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9pPr>
          </a:lstStyle>
          <a:p>
            <a:endParaRPr/>
          </a:p>
        </p:txBody>
      </p:sp>
      <p:sp>
        <p:nvSpPr>
          <p:cNvPr id="59" name="Google Shape;59;p28"/>
          <p:cNvSpPr txBox="1">
            <a:spLocks noGrp="1"/>
          </p:cNvSpPr>
          <p:nvPr>
            <p:ph type="body" idx="2"/>
          </p:nvPr>
        </p:nvSpPr>
        <p:spPr>
          <a:xfrm>
            <a:off x="6197600" y="1452420"/>
            <a:ext cx="50800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6pPr>
            <a:lvl7pPr marL="3200400" marR="0" lvl="6"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7pPr>
            <a:lvl8pPr marL="3657600" marR="0" lvl="7"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8pPr>
            <a:lvl9pPr marL="4114800" marR="0" lvl="8"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9pPr>
          </a:lstStyle>
          <a:p>
            <a:endParaRPr/>
          </a:p>
        </p:txBody>
      </p:sp>
      <p:sp>
        <p:nvSpPr>
          <p:cNvPr id="60" name="Google Shape;60;p28"/>
          <p:cNvSpPr txBox="1">
            <a:spLocks noGrp="1"/>
          </p:cNvSpPr>
          <p:nvPr>
            <p:ph type="body" idx="3"/>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29"/>
          <p:cNvSpPr txBox="1">
            <a:spLocks noGrp="1"/>
          </p:cNvSpPr>
          <p:nvPr>
            <p:ph type="body" idx="1"/>
          </p:nvPr>
        </p:nvSpPr>
        <p:spPr>
          <a:xfrm>
            <a:off x="914400" y="1219200"/>
            <a:ext cx="50800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6pPr>
            <a:lvl7pPr marL="3200400" marR="0" lvl="6"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7pPr>
            <a:lvl8pPr marL="3657600" marR="0" lvl="7"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8pPr>
            <a:lvl9pPr marL="4114800" marR="0" lvl="8"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9pPr>
          </a:lstStyle>
          <a:p>
            <a:endParaRPr/>
          </a:p>
        </p:txBody>
      </p:sp>
      <p:sp>
        <p:nvSpPr>
          <p:cNvPr id="64" name="Google Shape;64;p29"/>
          <p:cNvSpPr txBox="1">
            <a:spLocks noGrp="1"/>
          </p:cNvSpPr>
          <p:nvPr>
            <p:ph type="body" idx="2"/>
          </p:nvPr>
        </p:nvSpPr>
        <p:spPr>
          <a:xfrm>
            <a:off x="6197600" y="1219200"/>
            <a:ext cx="50800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6pPr>
            <a:lvl7pPr marL="3200400" marR="0" lvl="6"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7pPr>
            <a:lvl8pPr marL="3657600" marR="0" lvl="7"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8pPr>
            <a:lvl9pPr marL="4114800" marR="0" lvl="8" indent="-381000" algn="l" rtl="0">
              <a:spcBef>
                <a:spcPts val="480"/>
              </a:spcBef>
              <a:spcAft>
                <a:spcPts val="0"/>
              </a:spcAft>
              <a:buClr>
                <a:schemeClr val="dk1"/>
              </a:buClr>
              <a:buSzPts val="2400"/>
              <a:buFont typeface="Arial"/>
              <a:buChar char="•"/>
              <a:defRPr sz="2400"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30"/>
          <p:cNvSpPr txBox="1">
            <a:spLocks noGrp="1"/>
          </p:cNvSpPr>
          <p:nvPr>
            <p:ph type="body" idx="1"/>
          </p:nvPr>
        </p:nvSpPr>
        <p:spPr>
          <a:xfrm>
            <a:off x="914400" y="1126866"/>
            <a:ext cx="5082117" cy="400110"/>
          </a:xfrm>
          <a:prstGeom prst="rect">
            <a:avLst/>
          </a:prstGeom>
          <a:noFill/>
          <a:ln>
            <a:noFill/>
          </a:ln>
        </p:spPr>
        <p:txBody>
          <a:bodyPr spcFirstLastPara="1" wrap="square" lIns="91425" tIns="45700" rIns="91425" bIns="45700" anchor="b" anchorCtr="0">
            <a:spAutoFit/>
          </a:bodyPr>
          <a:lstStyle>
            <a:lvl1pPr marL="457200" marR="0" lvl="0" indent="-228600" algn="l" rtl="0">
              <a:spcBef>
                <a:spcPts val="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l" rtl="0">
              <a:spcBef>
                <a:spcPts val="533"/>
              </a:spcBef>
              <a:spcAft>
                <a:spcPts val="0"/>
              </a:spcAft>
              <a:buClr>
                <a:schemeClr val="accent1"/>
              </a:buClr>
              <a:buSzPts val="2667"/>
              <a:buFont typeface="Arial"/>
              <a:buNone/>
              <a:defRPr sz="2667" b="1"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accent1"/>
              </a:buClr>
              <a:buSzPts val="2400"/>
              <a:buFont typeface="Arial"/>
              <a:buNone/>
              <a:defRPr sz="2400" b="1" i="0" u="none" strike="noStrike" cap="none">
                <a:solidFill>
                  <a:schemeClr val="dk1"/>
                </a:solidFill>
                <a:latin typeface="Arial"/>
                <a:ea typeface="Arial"/>
                <a:cs typeface="Arial"/>
                <a:sym typeface="Arial"/>
              </a:defRPr>
            </a:lvl3pPr>
            <a:lvl4pPr marL="1828800" marR="0" lvl="3"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4pPr>
            <a:lvl5pPr marL="2286000" marR="0" lvl="4"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5pPr>
            <a:lvl6pPr marL="2743200" marR="0" lvl="5"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6pPr>
            <a:lvl7pPr marL="3200400" marR="0" lvl="6"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7pPr>
            <a:lvl8pPr marL="3657600" marR="0" lvl="7"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8pPr>
            <a:lvl9pPr marL="4114800" marR="0" lvl="8"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9pPr>
          </a:lstStyle>
          <a:p>
            <a:endParaRPr/>
          </a:p>
        </p:txBody>
      </p:sp>
      <p:sp>
        <p:nvSpPr>
          <p:cNvPr id="68" name="Google Shape;68;p30"/>
          <p:cNvSpPr txBox="1">
            <a:spLocks noGrp="1"/>
          </p:cNvSpPr>
          <p:nvPr>
            <p:ph type="body" idx="2"/>
          </p:nvPr>
        </p:nvSpPr>
        <p:spPr>
          <a:xfrm>
            <a:off x="914400" y="1560285"/>
            <a:ext cx="5082117" cy="4565877"/>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6pPr>
            <a:lvl7pPr marL="3200400" marR="0" lvl="6"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7pPr>
            <a:lvl8pPr marL="3657600" marR="0" lvl="7"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8pPr>
            <a:lvl9pPr marL="4114800" marR="0" lvl="8"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9pPr>
          </a:lstStyle>
          <a:p>
            <a:endParaRPr/>
          </a:p>
        </p:txBody>
      </p:sp>
      <p:sp>
        <p:nvSpPr>
          <p:cNvPr id="69" name="Google Shape;69;p30"/>
          <p:cNvSpPr txBox="1">
            <a:spLocks noGrp="1"/>
          </p:cNvSpPr>
          <p:nvPr>
            <p:ph type="body" idx="3"/>
          </p:nvPr>
        </p:nvSpPr>
        <p:spPr>
          <a:xfrm>
            <a:off x="6193369" y="1126866"/>
            <a:ext cx="5084232" cy="400110"/>
          </a:xfrm>
          <a:prstGeom prst="rect">
            <a:avLst/>
          </a:prstGeom>
          <a:noFill/>
          <a:ln>
            <a:noFill/>
          </a:ln>
        </p:spPr>
        <p:txBody>
          <a:bodyPr spcFirstLastPara="1" wrap="square" lIns="91425" tIns="45700" rIns="91425" bIns="45700" anchor="b" anchorCtr="0">
            <a:spAutoFit/>
          </a:bodyPr>
          <a:lstStyle>
            <a:lvl1pPr marL="457200" marR="0" lvl="0" indent="-228600" algn="l" rtl="0">
              <a:spcBef>
                <a:spcPts val="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l" rtl="0">
              <a:spcBef>
                <a:spcPts val="533"/>
              </a:spcBef>
              <a:spcAft>
                <a:spcPts val="0"/>
              </a:spcAft>
              <a:buClr>
                <a:schemeClr val="accent1"/>
              </a:buClr>
              <a:buSzPts val="2667"/>
              <a:buFont typeface="Arial"/>
              <a:buNone/>
              <a:defRPr sz="2667" b="1"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accent1"/>
              </a:buClr>
              <a:buSzPts val="2400"/>
              <a:buFont typeface="Arial"/>
              <a:buNone/>
              <a:defRPr sz="2400" b="1" i="0" u="none" strike="noStrike" cap="none">
                <a:solidFill>
                  <a:schemeClr val="dk1"/>
                </a:solidFill>
                <a:latin typeface="Arial"/>
                <a:ea typeface="Arial"/>
                <a:cs typeface="Arial"/>
                <a:sym typeface="Arial"/>
              </a:defRPr>
            </a:lvl3pPr>
            <a:lvl4pPr marL="1828800" marR="0" lvl="3"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4pPr>
            <a:lvl5pPr marL="2286000" marR="0" lvl="4"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5pPr>
            <a:lvl6pPr marL="2743200" marR="0" lvl="5"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6pPr>
            <a:lvl7pPr marL="3200400" marR="0" lvl="6"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7pPr>
            <a:lvl8pPr marL="3657600" marR="0" lvl="7"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8pPr>
            <a:lvl9pPr marL="4114800" marR="0" lvl="8"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9pPr>
          </a:lstStyle>
          <a:p>
            <a:endParaRPr/>
          </a:p>
        </p:txBody>
      </p:sp>
      <p:sp>
        <p:nvSpPr>
          <p:cNvPr id="70" name="Google Shape;70;p30"/>
          <p:cNvSpPr txBox="1">
            <a:spLocks noGrp="1"/>
          </p:cNvSpPr>
          <p:nvPr>
            <p:ph type="body" idx="4"/>
          </p:nvPr>
        </p:nvSpPr>
        <p:spPr>
          <a:xfrm>
            <a:off x="6193369" y="1560285"/>
            <a:ext cx="5084232" cy="4565877"/>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6pPr>
            <a:lvl7pPr marL="3200400" marR="0" lvl="6"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7pPr>
            <a:lvl8pPr marL="3657600" marR="0" lvl="7"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8pPr>
            <a:lvl9pPr marL="4114800" marR="0" lvl="8"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Comparison Subtitle">
  <p:cSld name="1_Comparison Subtitle">
    <p:spTree>
      <p:nvGrpSpPr>
        <p:cNvPr id="1" name="Shape 71"/>
        <p:cNvGrpSpPr/>
        <p:nvPr/>
      </p:nvGrpSpPr>
      <p:grpSpPr>
        <a:xfrm>
          <a:off x="0" y="0"/>
          <a:ext cx="0" cy="0"/>
          <a:chOff x="0" y="0"/>
          <a:chExt cx="0" cy="0"/>
        </a:xfrm>
      </p:grpSpPr>
      <p:sp>
        <p:nvSpPr>
          <p:cNvPr id="72" name="Google Shape;72;p31"/>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 name="Google Shape;73;p31"/>
          <p:cNvSpPr txBox="1">
            <a:spLocks noGrp="1"/>
          </p:cNvSpPr>
          <p:nvPr>
            <p:ph type="body" idx="1"/>
          </p:nvPr>
        </p:nvSpPr>
        <p:spPr>
          <a:xfrm>
            <a:off x="914400" y="1369950"/>
            <a:ext cx="5082117" cy="400110"/>
          </a:xfrm>
          <a:prstGeom prst="rect">
            <a:avLst/>
          </a:prstGeom>
          <a:noFill/>
          <a:ln>
            <a:noFill/>
          </a:ln>
        </p:spPr>
        <p:txBody>
          <a:bodyPr spcFirstLastPara="1" wrap="square" lIns="91425" tIns="45700" rIns="91425" bIns="45700" anchor="b" anchorCtr="0">
            <a:spAutoFit/>
          </a:bodyPr>
          <a:lstStyle>
            <a:lvl1pPr marL="457200" marR="0" lvl="0" indent="-228600" algn="l" rtl="0">
              <a:spcBef>
                <a:spcPts val="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l" rtl="0">
              <a:spcBef>
                <a:spcPts val="533"/>
              </a:spcBef>
              <a:spcAft>
                <a:spcPts val="0"/>
              </a:spcAft>
              <a:buClr>
                <a:schemeClr val="accent1"/>
              </a:buClr>
              <a:buSzPts val="2667"/>
              <a:buFont typeface="Arial"/>
              <a:buNone/>
              <a:defRPr sz="2667" b="1"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accent1"/>
              </a:buClr>
              <a:buSzPts val="2400"/>
              <a:buFont typeface="Arial"/>
              <a:buNone/>
              <a:defRPr sz="2400" b="1" i="0" u="none" strike="noStrike" cap="none">
                <a:solidFill>
                  <a:schemeClr val="dk1"/>
                </a:solidFill>
                <a:latin typeface="Arial"/>
                <a:ea typeface="Arial"/>
                <a:cs typeface="Arial"/>
                <a:sym typeface="Arial"/>
              </a:defRPr>
            </a:lvl3pPr>
            <a:lvl4pPr marL="1828800" marR="0" lvl="3"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4pPr>
            <a:lvl5pPr marL="2286000" marR="0" lvl="4"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5pPr>
            <a:lvl6pPr marL="2743200" marR="0" lvl="5"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6pPr>
            <a:lvl7pPr marL="3200400" marR="0" lvl="6"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7pPr>
            <a:lvl8pPr marL="3657600" marR="0" lvl="7"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8pPr>
            <a:lvl9pPr marL="4114800" marR="0" lvl="8"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9pPr>
          </a:lstStyle>
          <a:p>
            <a:endParaRPr/>
          </a:p>
        </p:txBody>
      </p:sp>
      <p:sp>
        <p:nvSpPr>
          <p:cNvPr id="74" name="Google Shape;74;p31"/>
          <p:cNvSpPr txBox="1">
            <a:spLocks noGrp="1"/>
          </p:cNvSpPr>
          <p:nvPr>
            <p:ph type="body" idx="2"/>
          </p:nvPr>
        </p:nvSpPr>
        <p:spPr>
          <a:xfrm>
            <a:off x="914400" y="1803370"/>
            <a:ext cx="5082117" cy="4368831"/>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6pPr>
            <a:lvl7pPr marL="3200400" marR="0" lvl="6"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7pPr>
            <a:lvl8pPr marL="3657600" marR="0" lvl="7"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8pPr>
            <a:lvl9pPr marL="4114800" marR="0" lvl="8"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9pPr>
          </a:lstStyle>
          <a:p>
            <a:endParaRPr/>
          </a:p>
        </p:txBody>
      </p:sp>
      <p:sp>
        <p:nvSpPr>
          <p:cNvPr id="75" name="Google Shape;75;p31"/>
          <p:cNvSpPr txBox="1">
            <a:spLocks noGrp="1"/>
          </p:cNvSpPr>
          <p:nvPr>
            <p:ph type="body" idx="3"/>
          </p:nvPr>
        </p:nvSpPr>
        <p:spPr>
          <a:xfrm>
            <a:off x="6193369" y="1369950"/>
            <a:ext cx="5084232" cy="400110"/>
          </a:xfrm>
          <a:prstGeom prst="rect">
            <a:avLst/>
          </a:prstGeom>
          <a:noFill/>
          <a:ln>
            <a:noFill/>
          </a:ln>
        </p:spPr>
        <p:txBody>
          <a:bodyPr spcFirstLastPara="1" wrap="square" lIns="91425" tIns="45700" rIns="91425" bIns="45700" anchor="b" anchorCtr="0">
            <a:spAutoFit/>
          </a:bodyPr>
          <a:lstStyle>
            <a:lvl1pPr marL="457200" marR="0" lvl="0" indent="-228600" algn="l" rtl="0">
              <a:spcBef>
                <a:spcPts val="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l" rtl="0">
              <a:spcBef>
                <a:spcPts val="533"/>
              </a:spcBef>
              <a:spcAft>
                <a:spcPts val="0"/>
              </a:spcAft>
              <a:buClr>
                <a:schemeClr val="accent1"/>
              </a:buClr>
              <a:buSzPts val="2667"/>
              <a:buFont typeface="Arial"/>
              <a:buNone/>
              <a:defRPr sz="2667" b="1"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accent1"/>
              </a:buClr>
              <a:buSzPts val="2400"/>
              <a:buFont typeface="Arial"/>
              <a:buNone/>
              <a:defRPr sz="2400" b="1" i="0" u="none" strike="noStrike" cap="none">
                <a:solidFill>
                  <a:schemeClr val="dk1"/>
                </a:solidFill>
                <a:latin typeface="Arial"/>
                <a:ea typeface="Arial"/>
                <a:cs typeface="Arial"/>
                <a:sym typeface="Arial"/>
              </a:defRPr>
            </a:lvl3pPr>
            <a:lvl4pPr marL="1828800" marR="0" lvl="3"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4pPr>
            <a:lvl5pPr marL="2286000" marR="0" lvl="4" indent="-228600" algn="l" rtl="0">
              <a:spcBef>
                <a:spcPts val="427"/>
              </a:spcBef>
              <a:spcAft>
                <a:spcPts val="0"/>
              </a:spcAft>
              <a:buClr>
                <a:schemeClr val="accent1"/>
              </a:buClr>
              <a:buSzPts val="2133"/>
              <a:buFont typeface="Arial"/>
              <a:buNone/>
              <a:defRPr sz="2133" b="1" i="0" u="none" strike="noStrike" cap="none">
                <a:solidFill>
                  <a:schemeClr val="dk1"/>
                </a:solidFill>
                <a:latin typeface="Arial"/>
                <a:ea typeface="Arial"/>
                <a:cs typeface="Arial"/>
                <a:sym typeface="Arial"/>
              </a:defRPr>
            </a:lvl5pPr>
            <a:lvl6pPr marL="2743200" marR="0" lvl="5"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6pPr>
            <a:lvl7pPr marL="3200400" marR="0" lvl="6"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7pPr>
            <a:lvl8pPr marL="3657600" marR="0" lvl="7"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8pPr>
            <a:lvl9pPr marL="4114800" marR="0" lvl="8" indent="-228600" algn="l" rtl="0">
              <a:spcBef>
                <a:spcPts val="427"/>
              </a:spcBef>
              <a:spcAft>
                <a:spcPts val="0"/>
              </a:spcAft>
              <a:buClr>
                <a:schemeClr val="dk1"/>
              </a:buClr>
              <a:buSzPts val="2133"/>
              <a:buFont typeface="Arial"/>
              <a:buNone/>
              <a:defRPr sz="2133" b="1" i="0" u="none" strike="noStrike" cap="none">
                <a:solidFill>
                  <a:schemeClr val="dk1"/>
                </a:solidFill>
                <a:latin typeface="Open Sans Light"/>
                <a:ea typeface="Open Sans Light"/>
                <a:cs typeface="Open Sans Light"/>
                <a:sym typeface="Open Sans Light"/>
              </a:defRPr>
            </a:lvl9pPr>
          </a:lstStyle>
          <a:p>
            <a:endParaRPr/>
          </a:p>
        </p:txBody>
      </p:sp>
      <p:sp>
        <p:nvSpPr>
          <p:cNvPr id="76" name="Google Shape;76;p31"/>
          <p:cNvSpPr txBox="1">
            <a:spLocks noGrp="1"/>
          </p:cNvSpPr>
          <p:nvPr>
            <p:ph type="body" idx="4"/>
          </p:nvPr>
        </p:nvSpPr>
        <p:spPr>
          <a:xfrm>
            <a:off x="6193369" y="1803370"/>
            <a:ext cx="5084232" cy="4368831"/>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accent1"/>
              </a:buClr>
              <a:buSzPts val="2000"/>
              <a:buFont typeface="Arial"/>
              <a:buChar char="•"/>
              <a:defRPr sz="20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Inter Medium"/>
                <a:ea typeface="Inter Medium"/>
                <a:cs typeface="Inter Medium"/>
                <a:sym typeface="Inter Medium"/>
              </a:defRPr>
            </a:lvl5pPr>
            <a:lvl6pPr marL="2743200" marR="0" lvl="5"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6pPr>
            <a:lvl7pPr marL="3200400" marR="0" lvl="6"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7pPr>
            <a:lvl8pPr marL="3657600" marR="0" lvl="7"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8pPr>
            <a:lvl9pPr marL="4114800" marR="0" lvl="8" indent="-364045" algn="l" rtl="0">
              <a:spcBef>
                <a:spcPts val="427"/>
              </a:spcBef>
              <a:spcAft>
                <a:spcPts val="0"/>
              </a:spcAft>
              <a:buClr>
                <a:schemeClr val="dk1"/>
              </a:buClr>
              <a:buSzPts val="2133"/>
              <a:buFont typeface="Arial"/>
              <a:buChar char="•"/>
              <a:defRPr sz="2133" b="0" i="0" u="none" strike="noStrike" cap="none">
                <a:solidFill>
                  <a:schemeClr val="dk1"/>
                </a:solidFill>
                <a:latin typeface="Open Sans Light"/>
                <a:ea typeface="Open Sans Light"/>
                <a:cs typeface="Open Sans Light"/>
                <a:sym typeface="Open Sans Light"/>
              </a:defRPr>
            </a:lvl9pPr>
          </a:lstStyle>
          <a:p>
            <a:endParaRPr/>
          </a:p>
        </p:txBody>
      </p:sp>
      <p:sp>
        <p:nvSpPr>
          <p:cNvPr id="77" name="Google Shape;77;p31"/>
          <p:cNvSpPr txBox="1">
            <a:spLocks noGrp="1"/>
          </p:cNvSpPr>
          <p:nvPr>
            <p:ph type="body" idx="5"/>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ubtitle Only">
  <p:cSld name="1_Title Subtitle Only">
    <p:spTree>
      <p:nvGrpSpPr>
        <p:cNvPr id="1" name="Shape 80"/>
        <p:cNvGrpSpPr/>
        <p:nvPr/>
      </p:nvGrpSpPr>
      <p:grpSpPr>
        <a:xfrm>
          <a:off x="0" y="0"/>
          <a:ext cx="0" cy="0"/>
          <a:chOff x="0" y="0"/>
          <a:chExt cx="0" cy="0"/>
        </a:xfrm>
      </p:grpSpPr>
      <p:sp>
        <p:nvSpPr>
          <p:cNvPr id="81" name="Google Shape;81;p33"/>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33"/>
          <p:cNvSpPr txBox="1">
            <a:spLocks noGrp="1"/>
          </p:cNvSpPr>
          <p:nvPr>
            <p:ph type="body" idx="1"/>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ight Grid">
  <p:cSld name="Eight Grid">
    <p:spTree>
      <p:nvGrpSpPr>
        <p:cNvPr id="1" name="Shape 83"/>
        <p:cNvGrpSpPr/>
        <p:nvPr/>
      </p:nvGrpSpPr>
      <p:grpSpPr>
        <a:xfrm>
          <a:off x="0" y="0"/>
          <a:ext cx="0" cy="0"/>
          <a:chOff x="0" y="0"/>
          <a:chExt cx="0" cy="0"/>
        </a:xfrm>
      </p:grpSpPr>
      <p:sp>
        <p:nvSpPr>
          <p:cNvPr id="84" name="Google Shape;84;p34"/>
          <p:cNvSpPr>
            <a:spLocks noGrp="1"/>
          </p:cNvSpPr>
          <p:nvPr>
            <p:ph type="pic" idx="2"/>
          </p:nvPr>
        </p:nvSpPr>
        <p:spPr>
          <a:xfrm>
            <a:off x="0" y="0"/>
            <a:ext cx="3063240" cy="3438144"/>
          </a:xfrm>
          <a:prstGeom prst="rect">
            <a:avLst/>
          </a:prstGeom>
          <a:noFill/>
          <a:ln>
            <a:noFill/>
          </a:ln>
        </p:spPr>
      </p:sp>
      <p:sp>
        <p:nvSpPr>
          <p:cNvPr id="85" name="Google Shape;85;p34"/>
          <p:cNvSpPr>
            <a:spLocks noGrp="1"/>
          </p:cNvSpPr>
          <p:nvPr>
            <p:ph type="pic" idx="3"/>
          </p:nvPr>
        </p:nvSpPr>
        <p:spPr>
          <a:xfrm>
            <a:off x="3049016" y="0"/>
            <a:ext cx="3063240" cy="3438144"/>
          </a:xfrm>
          <a:prstGeom prst="rect">
            <a:avLst/>
          </a:prstGeom>
          <a:noFill/>
          <a:ln>
            <a:noFill/>
          </a:ln>
        </p:spPr>
      </p:sp>
      <p:sp>
        <p:nvSpPr>
          <p:cNvPr id="86" name="Google Shape;86;p34"/>
          <p:cNvSpPr>
            <a:spLocks noGrp="1"/>
          </p:cNvSpPr>
          <p:nvPr>
            <p:ph type="pic" idx="4"/>
          </p:nvPr>
        </p:nvSpPr>
        <p:spPr>
          <a:xfrm>
            <a:off x="6098032" y="0"/>
            <a:ext cx="3063240" cy="3438144"/>
          </a:xfrm>
          <a:prstGeom prst="rect">
            <a:avLst/>
          </a:prstGeom>
          <a:noFill/>
          <a:ln>
            <a:noFill/>
          </a:ln>
        </p:spPr>
      </p:sp>
      <p:sp>
        <p:nvSpPr>
          <p:cNvPr id="87" name="Google Shape;87;p34"/>
          <p:cNvSpPr>
            <a:spLocks noGrp="1"/>
          </p:cNvSpPr>
          <p:nvPr>
            <p:ph type="pic" idx="5"/>
          </p:nvPr>
        </p:nvSpPr>
        <p:spPr>
          <a:xfrm>
            <a:off x="9147048" y="0"/>
            <a:ext cx="3063240" cy="3438144"/>
          </a:xfrm>
          <a:prstGeom prst="rect">
            <a:avLst/>
          </a:prstGeom>
          <a:noFill/>
          <a:ln>
            <a:noFill/>
          </a:ln>
        </p:spPr>
      </p:sp>
      <p:sp>
        <p:nvSpPr>
          <p:cNvPr id="88" name="Google Shape;88;p34"/>
          <p:cNvSpPr>
            <a:spLocks noGrp="1"/>
          </p:cNvSpPr>
          <p:nvPr>
            <p:ph type="pic" idx="6"/>
          </p:nvPr>
        </p:nvSpPr>
        <p:spPr>
          <a:xfrm>
            <a:off x="0" y="3419856"/>
            <a:ext cx="3063240" cy="3438144"/>
          </a:xfrm>
          <a:prstGeom prst="rect">
            <a:avLst/>
          </a:prstGeom>
          <a:noFill/>
          <a:ln>
            <a:noFill/>
          </a:ln>
        </p:spPr>
      </p:sp>
      <p:sp>
        <p:nvSpPr>
          <p:cNvPr id="89" name="Google Shape;89;p34"/>
          <p:cNvSpPr>
            <a:spLocks noGrp="1"/>
          </p:cNvSpPr>
          <p:nvPr>
            <p:ph type="pic" idx="7"/>
          </p:nvPr>
        </p:nvSpPr>
        <p:spPr>
          <a:xfrm>
            <a:off x="3049016" y="3419856"/>
            <a:ext cx="3063240" cy="3438144"/>
          </a:xfrm>
          <a:prstGeom prst="rect">
            <a:avLst/>
          </a:prstGeom>
          <a:noFill/>
          <a:ln>
            <a:noFill/>
          </a:ln>
        </p:spPr>
      </p:sp>
      <p:sp>
        <p:nvSpPr>
          <p:cNvPr id="90" name="Google Shape;90;p34"/>
          <p:cNvSpPr>
            <a:spLocks noGrp="1"/>
          </p:cNvSpPr>
          <p:nvPr>
            <p:ph type="pic" idx="8"/>
          </p:nvPr>
        </p:nvSpPr>
        <p:spPr>
          <a:xfrm>
            <a:off x="6098032" y="3419856"/>
            <a:ext cx="3063240" cy="3438144"/>
          </a:xfrm>
          <a:prstGeom prst="rect">
            <a:avLst/>
          </a:prstGeom>
          <a:noFill/>
          <a:ln>
            <a:noFill/>
          </a:ln>
        </p:spPr>
      </p:sp>
      <p:sp>
        <p:nvSpPr>
          <p:cNvPr id="91" name="Google Shape;91;p34"/>
          <p:cNvSpPr>
            <a:spLocks noGrp="1"/>
          </p:cNvSpPr>
          <p:nvPr>
            <p:ph type="pic" idx="9"/>
          </p:nvPr>
        </p:nvSpPr>
        <p:spPr>
          <a:xfrm>
            <a:off x="9147048" y="3419856"/>
            <a:ext cx="3063240" cy="3438144"/>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ifteen Grid">
  <p:cSld name="Fifteen Grid">
    <p:spTree>
      <p:nvGrpSpPr>
        <p:cNvPr id="1" name="Shape 92"/>
        <p:cNvGrpSpPr/>
        <p:nvPr/>
      </p:nvGrpSpPr>
      <p:grpSpPr>
        <a:xfrm>
          <a:off x="0" y="0"/>
          <a:ext cx="0" cy="0"/>
          <a:chOff x="0" y="0"/>
          <a:chExt cx="0" cy="0"/>
        </a:xfrm>
      </p:grpSpPr>
      <p:sp>
        <p:nvSpPr>
          <p:cNvPr id="93" name="Google Shape;93;p35"/>
          <p:cNvSpPr>
            <a:spLocks noGrp="1"/>
          </p:cNvSpPr>
          <p:nvPr>
            <p:ph type="pic" idx="2"/>
          </p:nvPr>
        </p:nvSpPr>
        <p:spPr>
          <a:xfrm>
            <a:off x="0" y="0"/>
            <a:ext cx="2441448" cy="2295144"/>
          </a:xfrm>
          <a:prstGeom prst="rect">
            <a:avLst/>
          </a:prstGeom>
          <a:noFill/>
          <a:ln>
            <a:noFill/>
          </a:ln>
        </p:spPr>
      </p:sp>
      <p:sp>
        <p:nvSpPr>
          <p:cNvPr id="94" name="Google Shape;94;p35"/>
          <p:cNvSpPr>
            <a:spLocks noGrp="1"/>
          </p:cNvSpPr>
          <p:nvPr>
            <p:ph type="pic" idx="3"/>
          </p:nvPr>
        </p:nvSpPr>
        <p:spPr>
          <a:xfrm>
            <a:off x="2437638" y="0"/>
            <a:ext cx="2441448" cy="2295144"/>
          </a:xfrm>
          <a:prstGeom prst="rect">
            <a:avLst/>
          </a:prstGeom>
          <a:noFill/>
          <a:ln>
            <a:noFill/>
          </a:ln>
        </p:spPr>
      </p:sp>
      <p:sp>
        <p:nvSpPr>
          <p:cNvPr id="95" name="Google Shape;95;p35"/>
          <p:cNvSpPr>
            <a:spLocks noGrp="1"/>
          </p:cNvSpPr>
          <p:nvPr>
            <p:ph type="pic" idx="4"/>
          </p:nvPr>
        </p:nvSpPr>
        <p:spPr>
          <a:xfrm>
            <a:off x="4875276" y="0"/>
            <a:ext cx="2441448" cy="2295144"/>
          </a:xfrm>
          <a:prstGeom prst="rect">
            <a:avLst/>
          </a:prstGeom>
          <a:noFill/>
          <a:ln>
            <a:noFill/>
          </a:ln>
        </p:spPr>
      </p:sp>
      <p:sp>
        <p:nvSpPr>
          <p:cNvPr id="96" name="Google Shape;96;p35"/>
          <p:cNvSpPr>
            <a:spLocks noGrp="1"/>
          </p:cNvSpPr>
          <p:nvPr>
            <p:ph type="pic" idx="5"/>
          </p:nvPr>
        </p:nvSpPr>
        <p:spPr>
          <a:xfrm>
            <a:off x="7312914" y="0"/>
            <a:ext cx="2441448" cy="2295144"/>
          </a:xfrm>
          <a:prstGeom prst="rect">
            <a:avLst/>
          </a:prstGeom>
          <a:noFill/>
          <a:ln>
            <a:noFill/>
          </a:ln>
        </p:spPr>
      </p:sp>
      <p:sp>
        <p:nvSpPr>
          <p:cNvPr id="97" name="Google Shape;97;p35"/>
          <p:cNvSpPr>
            <a:spLocks noGrp="1"/>
          </p:cNvSpPr>
          <p:nvPr>
            <p:ph type="pic" idx="6"/>
          </p:nvPr>
        </p:nvSpPr>
        <p:spPr>
          <a:xfrm>
            <a:off x="9750552" y="0"/>
            <a:ext cx="2441448" cy="2295144"/>
          </a:xfrm>
          <a:prstGeom prst="rect">
            <a:avLst/>
          </a:prstGeom>
          <a:noFill/>
          <a:ln>
            <a:noFill/>
          </a:ln>
        </p:spPr>
      </p:sp>
      <p:sp>
        <p:nvSpPr>
          <p:cNvPr id="98" name="Google Shape;98;p35"/>
          <p:cNvSpPr>
            <a:spLocks noGrp="1"/>
          </p:cNvSpPr>
          <p:nvPr>
            <p:ph type="pic" idx="7"/>
          </p:nvPr>
        </p:nvSpPr>
        <p:spPr>
          <a:xfrm>
            <a:off x="0" y="2281428"/>
            <a:ext cx="2441448" cy="2295144"/>
          </a:xfrm>
          <a:prstGeom prst="rect">
            <a:avLst/>
          </a:prstGeom>
          <a:noFill/>
          <a:ln>
            <a:noFill/>
          </a:ln>
        </p:spPr>
      </p:sp>
      <p:sp>
        <p:nvSpPr>
          <p:cNvPr id="99" name="Google Shape;99;p35"/>
          <p:cNvSpPr>
            <a:spLocks noGrp="1"/>
          </p:cNvSpPr>
          <p:nvPr>
            <p:ph type="pic" idx="8"/>
          </p:nvPr>
        </p:nvSpPr>
        <p:spPr>
          <a:xfrm>
            <a:off x="2437638" y="2281428"/>
            <a:ext cx="2441448" cy="2295144"/>
          </a:xfrm>
          <a:prstGeom prst="rect">
            <a:avLst/>
          </a:prstGeom>
          <a:noFill/>
          <a:ln>
            <a:noFill/>
          </a:ln>
        </p:spPr>
      </p:sp>
      <p:sp>
        <p:nvSpPr>
          <p:cNvPr id="100" name="Google Shape;100;p35"/>
          <p:cNvSpPr>
            <a:spLocks noGrp="1"/>
          </p:cNvSpPr>
          <p:nvPr>
            <p:ph type="pic" idx="9"/>
          </p:nvPr>
        </p:nvSpPr>
        <p:spPr>
          <a:xfrm>
            <a:off x="4875276" y="2281428"/>
            <a:ext cx="2441448" cy="2295144"/>
          </a:xfrm>
          <a:prstGeom prst="rect">
            <a:avLst/>
          </a:prstGeom>
          <a:noFill/>
          <a:ln>
            <a:noFill/>
          </a:ln>
        </p:spPr>
      </p:sp>
      <p:sp>
        <p:nvSpPr>
          <p:cNvPr id="101" name="Google Shape;101;p35"/>
          <p:cNvSpPr>
            <a:spLocks noGrp="1"/>
          </p:cNvSpPr>
          <p:nvPr>
            <p:ph type="pic" idx="13"/>
          </p:nvPr>
        </p:nvSpPr>
        <p:spPr>
          <a:xfrm>
            <a:off x="7312914" y="2281428"/>
            <a:ext cx="2441448" cy="2295144"/>
          </a:xfrm>
          <a:prstGeom prst="rect">
            <a:avLst/>
          </a:prstGeom>
          <a:noFill/>
          <a:ln>
            <a:noFill/>
          </a:ln>
        </p:spPr>
      </p:sp>
      <p:sp>
        <p:nvSpPr>
          <p:cNvPr id="102" name="Google Shape;102;p35"/>
          <p:cNvSpPr>
            <a:spLocks noGrp="1"/>
          </p:cNvSpPr>
          <p:nvPr>
            <p:ph type="pic" idx="14"/>
          </p:nvPr>
        </p:nvSpPr>
        <p:spPr>
          <a:xfrm>
            <a:off x="9750552" y="2281428"/>
            <a:ext cx="2441448" cy="2295144"/>
          </a:xfrm>
          <a:prstGeom prst="rect">
            <a:avLst/>
          </a:prstGeom>
          <a:noFill/>
          <a:ln>
            <a:noFill/>
          </a:ln>
        </p:spPr>
      </p:sp>
      <p:sp>
        <p:nvSpPr>
          <p:cNvPr id="103" name="Google Shape;103;p35"/>
          <p:cNvSpPr>
            <a:spLocks noGrp="1"/>
          </p:cNvSpPr>
          <p:nvPr>
            <p:ph type="pic" idx="15"/>
          </p:nvPr>
        </p:nvSpPr>
        <p:spPr>
          <a:xfrm>
            <a:off x="0" y="4562856"/>
            <a:ext cx="2441448" cy="2295144"/>
          </a:xfrm>
          <a:prstGeom prst="rect">
            <a:avLst/>
          </a:prstGeom>
          <a:noFill/>
          <a:ln>
            <a:noFill/>
          </a:ln>
        </p:spPr>
      </p:sp>
      <p:sp>
        <p:nvSpPr>
          <p:cNvPr id="104" name="Google Shape;104;p35"/>
          <p:cNvSpPr>
            <a:spLocks noGrp="1"/>
          </p:cNvSpPr>
          <p:nvPr>
            <p:ph type="pic" idx="16"/>
          </p:nvPr>
        </p:nvSpPr>
        <p:spPr>
          <a:xfrm>
            <a:off x="2437638" y="4562856"/>
            <a:ext cx="2441448" cy="2295144"/>
          </a:xfrm>
          <a:prstGeom prst="rect">
            <a:avLst/>
          </a:prstGeom>
          <a:noFill/>
          <a:ln>
            <a:noFill/>
          </a:ln>
        </p:spPr>
      </p:sp>
      <p:sp>
        <p:nvSpPr>
          <p:cNvPr id="105" name="Google Shape;105;p35"/>
          <p:cNvSpPr>
            <a:spLocks noGrp="1"/>
          </p:cNvSpPr>
          <p:nvPr>
            <p:ph type="pic" idx="17"/>
          </p:nvPr>
        </p:nvSpPr>
        <p:spPr>
          <a:xfrm>
            <a:off x="4875276" y="4562856"/>
            <a:ext cx="2441448" cy="2295144"/>
          </a:xfrm>
          <a:prstGeom prst="rect">
            <a:avLst/>
          </a:prstGeom>
          <a:noFill/>
          <a:ln>
            <a:noFill/>
          </a:ln>
        </p:spPr>
      </p:sp>
      <p:sp>
        <p:nvSpPr>
          <p:cNvPr id="106" name="Google Shape;106;p35"/>
          <p:cNvSpPr>
            <a:spLocks noGrp="1"/>
          </p:cNvSpPr>
          <p:nvPr>
            <p:ph type="pic" idx="18"/>
          </p:nvPr>
        </p:nvSpPr>
        <p:spPr>
          <a:xfrm>
            <a:off x="7312914" y="4562856"/>
            <a:ext cx="2441448" cy="2295144"/>
          </a:xfrm>
          <a:prstGeom prst="rect">
            <a:avLst/>
          </a:prstGeom>
          <a:noFill/>
          <a:ln>
            <a:noFill/>
          </a:ln>
        </p:spPr>
      </p:sp>
      <p:sp>
        <p:nvSpPr>
          <p:cNvPr id="107" name="Google Shape;107;p35"/>
          <p:cNvSpPr>
            <a:spLocks noGrp="1"/>
          </p:cNvSpPr>
          <p:nvPr>
            <p:ph type="pic" idx="19"/>
          </p:nvPr>
        </p:nvSpPr>
        <p:spPr>
          <a:xfrm>
            <a:off x="9750552" y="4562856"/>
            <a:ext cx="2441448" cy="2295144"/>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 Text ">
  <p:cSld name="Four Image Text ">
    <p:spTree>
      <p:nvGrpSpPr>
        <p:cNvPr id="1" name="Shape 133"/>
        <p:cNvGrpSpPr/>
        <p:nvPr/>
      </p:nvGrpSpPr>
      <p:grpSpPr>
        <a:xfrm>
          <a:off x="0" y="0"/>
          <a:ext cx="0" cy="0"/>
          <a:chOff x="0" y="0"/>
          <a:chExt cx="0" cy="0"/>
        </a:xfrm>
      </p:grpSpPr>
      <p:sp>
        <p:nvSpPr>
          <p:cNvPr id="134" name="Google Shape;134;p37"/>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5" name="Google Shape;135;p37"/>
          <p:cNvSpPr>
            <a:spLocks noGrp="1"/>
          </p:cNvSpPr>
          <p:nvPr>
            <p:ph type="pic" idx="2"/>
          </p:nvPr>
        </p:nvSpPr>
        <p:spPr>
          <a:xfrm>
            <a:off x="9144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36" name="Google Shape;136;p37"/>
          <p:cNvSpPr>
            <a:spLocks noGrp="1"/>
          </p:cNvSpPr>
          <p:nvPr>
            <p:ph type="pic" idx="3"/>
          </p:nvPr>
        </p:nvSpPr>
        <p:spPr>
          <a:xfrm>
            <a:off x="35560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3"/>
            </a:outerShdw>
          </a:effectLst>
        </p:spPr>
      </p:sp>
      <p:sp>
        <p:nvSpPr>
          <p:cNvPr id="137" name="Google Shape;137;p37"/>
          <p:cNvSpPr>
            <a:spLocks noGrp="1"/>
          </p:cNvSpPr>
          <p:nvPr>
            <p:ph type="pic" idx="4"/>
          </p:nvPr>
        </p:nvSpPr>
        <p:spPr>
          <a:xfrm>
            <a:off x="61976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5"/>
            </a:outerShdw>
          </a:effectLst>
        </p:spPr>
      </p:sp>
      <p:sp>
        <p:nvSpPr>
          <p:cNvPr id="138" name="Google Shape;138;p37"/>
          <p:cNvSpPr>
            <a:spLocks noGrp="1"/>
          </p:cNvSpPr>
          <p:nvPr>
            <p:ph type="pic" idx="5"/>
          </p:nvPr>
        </p:nvSpPr>
        <p:spPr>
          <a:xfrm>
            <a:off x="88392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39" name="Google Shape;139;p37"/>
          <p:cNvSpPr txBox="1">
            <a:spLocks noGrp="1"/>
          </p:cNvSpPr>
          <p:nvPr>
            <p:ph type="body" idx="1"/>
          </p:nvPr>
        </p:nvSpPr>
        <p:spPr>
          <a:xfrm>
            <a:off x="9144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40" name="Google Shape;140;p37"/>
          <p:cNvSpPr txBox="1">
            <a:spLocks noGrp="1"/>
          </p:cNvSpPr>
          <p:nvPr>
            <p:ph type="body" idx="6"/>
          </p:nvPr>
        </p:nvSpPr>
        <p:spPr>
          <a:xfrm>
            <a:off x="35560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41" name="Google Shape;141;p37"/>
          <p:cNvSpPr txBox="1">
            <a:spLocks noGrp="1"/>
          </p:cNvSpPr>
          <p:nvPr>
            <p:ph type="body" idx="7"/>
          </p:nvPr>
        </p:nvSpPr>
        <p:spPr>
          <a:xfrm>
            <a:off x="61976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42" name="Google Shape;142;p37"/>
          <p:cNvSpPr txBox="1">
            <a:spLocks noGrp="1"/>
          </p:cNvSpPr>
          <p:nvPr>
            <p:ph type="body" idx="8"/>
          </p:nvPr>
        </p:nvSpPr>
        <p:spPr>
          <a:xfrm>
            <a:off x="88392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 Text Subtitle">
  <p:cSld name="Four Image Text Subtitle">
    <p:spTree>
      <p:nvGrpSpPr>
        <p:cNvPr id="1" name="Shape 143"/>
        <p:cNvGrpSpPr/>
        <p:nvPr/>
      </p:nvGrpSpPr>
      <p:grpSpPr>
        <a:xfrm>
          <a:off x="0" y="0"/>
          <a:ext cx="0" cy="0"/>
          <a:chOff x="0" y="0"/>
          <a:chExt cx="0" cy="0"/>
        </a:xfrm>
      </p:grpSpPr>
      <p:sp>
        <p:nvSpPr>
          <p:cNvPr id="144" name="Google Shape;144;p3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5" name="Google Shape;145;p38"/>
          <p:cNvSpPr>
            <a:spLocks noGrp="1"/>
          </p:cNvSpPr>
          <p:nvPr>
            <p:ph type="pic" idx="2"/>
          </p:nvPr>
        </p:nvSpPr>
        <p:spPr>
          <a:xfrm>
            <a:off x="9144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46" name="Google Shape;146;p38"/>
          <p:cNvSpPr>
            <a:spLocks noGrp="1"/>
          </p:cNvSpPr>
          <p:nvPr>
            <p:ph type="pic" idx="3"/>
          </p:nvPr>
        </p:nvSpPr>
        <p:spPr>
          <a:xfrm>
            <a:off x="35560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3"/>
            </a:outerShdw>
          </a:effectLst>
        </p:spPr>
      </p:sp>
      <p:sp>
        <p:nvSpPr>
          <p:cNvPr id="147" name="Google Shape;147;p38"/>
          <p:cNvSpPr>
            <a:spLocks noGrp="1"/>
          </p:cNvSpPr>
          <p:nvPr>
            <p:ph type="pic" idx="4"/>
          </p:nvPr>
        </p:nvSpPr>
        <p:spPr>
          <a:xfrm>
            <a:off x="61976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5"/>
            </a:outerShdw>
          </a:effectLst>
        </p:spPr>
      </p:sp>
      <p:sp>
        <p:nvSpPr>
          <p:cNvPr id="148" name="Google Shape;148;p38"/>
          <p:cNvSpPr>
            <a:spLocks noGrp="1"/>
          </p:cNvSpPr>
          <p:nvPr>
            <p:ph type="pic" idx="5"/>
          </p:nvPr>
        </p:nvSpPr>
        <p:spPr>
          <a:xfrm>
            <a:off x="8839200" y="1397000"/>
            <a:ext cx="2438400" cy="3407438"/>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49" name="Google Shape;149;p38"/>
          <p:cNvSpPr txBox="1">
            <a:spLocks noGrp="1"/>
          </p:cNvSpPr>
          <p:nvPr>
            <p:ph type="body" idx="1"/>
          </p:nvPr>
        </p:nvSpPr>
        <p:spPr>
          <a:xfrm>
            <a:off x="9144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50" name="Google Shape;150;p38"/>
          <p:cNvSpPr txBox="1">
            <a:spLocks noGrp="1"/>
          </p:cNvSpPr>
          <p:nvPr>
            <p:ph type="body" idx="6"/>
          </p:nvPr>
        </p:nvSpPr>
        <p:spPr>
          <a:xfrm>
            <a:off x="35560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51" name="Google Shape;151;p38"/>
          <p:cNvSpPr txBox="1">
            <a:spLocks noGrp="1"/>
          </p:cNvSpPr>
          <p:nvPr>
            <p:ph type="body" idx="7"/>
          </p:nvPr>
        </p:nvSpPr>
        <p:spPr>
          <a:xfrm>
            <a:off x="61976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52" name="Google Shape;152;p38"/>
          <p:cNvSpPr txBox="1">
            <a:spLocks noGrp="1"/>
          </p:cNvSpPr>
          <p:nvPr>
            <p:ph type="body" idx="8"/>
          </p:nvPr>
        </p:nvSpPr>
        <p:spPr>
          <a:xfrm>
            <a:off x="8839200" y="4980565"/>
            <a:ext cx="2438400"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53" name="Google Shape;153;p38"/>
          <p:cNvSpPr txBox="1">
            <a:spLocks noGrp="1"/>
          </p:cNvSpPr>
          <p:nvPr>
            <p:ph type="body" idx="9"/>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Image Text ">
  <p:cSld name="Three Image Text ">
    <p:spTree>
      <p:nvGrpSpPr>
        <p:cNvPr id="1" name="Shape 154"/>
        <p:cNvGrpSpPr/>
        <p:nvPr/>
      </p:nvGrpSpPr>
      <p:grpSpPr>
        <a:xfrm>
          <a:off x="0" y="0"/>
          <a:ext cx="0" cy="0"/>
          <a:chOff x="0" y="0"/>
          <a:chExt cx="0" cy="0"/>
        </a:xfrm>
      </p:grpSpPr>
      <p:sp>
        <p:nvSpPr>
          <p:cNvPr id="155" name="Google Shape;155;p39"/>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39"/>
          <p:cNvSpPr>
            <a:spLocks noGrp="1"/>
          </p:cNvSpPr>
          <p:nvPr>
            <p:ph type="pic" idx="2"/>
          </p:nvPr>
        </p:nvSpPr>
        <p:spPr>
          <a:xfrm>
            <a:off x="914400"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57" name="Google Shape;157;p39"/>
          <p:cNvSpPr>
            <a:spLocks noGrp="1"/>
          </p:cNvSpPr>
          <p:nvPr>
            <p:ph type="pic" idx="3"/>
          </p:nvPr>
        </p:nvSpPr>
        <p:spPr>
          <a:xfrm>
            <a:off x="4431792"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4"/>
            </a:outerShdw>
          </a:effectLst>
        </p:spPr>
      </p:sp>
      <p:sp>
        <p:nvSpPr>
          <p:cNvPr id="158" name="Google Shape;158;p39"/>
          <p:cNvSpPr>
            <a:spLocks noGrp="1"/>
          </p:cNvSpPr>
          <p:nvPr>
            <p:ph type="pic" idx="4"/>
          </p:nvPr>
        </p:nvSpPr>
        <p:spPr>
          <a:xfrm>
            <a:off x="7949184"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59" name="Google Shape;159;p39"/>
          <p:cNvSpPr txBox="1">
            <a:spLocks noGrp="1"/>
          </p:cNvSpPr>
          <p:nvPr>
            <p:ph type="body" idx="1"/>
          </p:nvPr>
        </p:nvSpPr>
        <p:spPr>
          <a:xfrm>
            <a:off x="914400"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60" name="Google Shape;160;p39"/>
          <p:cNvSpPr txBox="1">
            <a:spLocks noGrp="1"/>
          </p:cNvSpPr>
          <p:nvPr>
            <p:ph type="body" idx="5"/>
          </p:nvPr>
        </p:nvSpPr>
        <p:spPr>
          <a:xfrm>
            <a:off x="4431792"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61" name="Google Shape;161;p39"/>
          <p:cNvSpPr txBox="1">
            <a:spLocks noGrp="1"/>
          </p:cNvSpPr>
          <p:nvPr>
            <p:ph type="body" idx="6"/>
          </p:nvPr>
        </p:nvSpPr>
        <p:spPr>
          <a:xfrm>
            <a:off x="7949184"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Image Text Subtitle">
  <p:cSld name="Three Image Text Subtitle">
    <p:spTree>
      <p:nvGrpSpPr>
        <p:cNvPr id="1" name="Shape 162"/>
        <p:cNvGrpSpPr/>
        <p:nvPr/>
      </p:nvGrpSpPr>
      <p:grpSpPr>
        <a:xfrm>
          <a:off x="0" y="0"/>
          <a:ext cx="0" cy="0"/>
          <a:chOff x="0" y="0"/>
          <a:chExt cx="0" cy="0"/>
        </a:xfrm>
      </p:grpSpPr>
      <p:sp>
        <p:nvSpPr>
          <p:cNvPr id="163" name="Google Shape;163;p40"/>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4" name="Google Shape;164;p40"/>
          <p:cNvSpPr>
            <a:spLocks noGrp="1"/>
          </p:cNvSpPr>
          <p:nvPr>
            <p:ph type="pic" idx="2"/>
          </p:nvPr>
        </p:nvSpPr>
        <p:spPr>
          <a:xfrm>
            <a:off x="914400"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65" name="Google Shape;165;p40"/>
          <p:cNvSpPr>
            <a:spLocks noGrp="1"/>
          </p:cNvSpPr>
          <p:nvPr>
            <p:ph type="pic" idx="3"/>
          </p:nvPr>
        </p:nvSpPr>
        <p:spPr>
          <a:xfrm>
            <a:off x="4431792"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4"/>
            </a:outerShdw>
          </a:effectLst>
        </p:spPr>
      </p:sp>
      <p:sp>
        <p:nvSpPr>
          <p:cNvPr id="166" name="Google Shape;166;p40"/>
          <p:cNvSpPr>
            <a:spLocks noGrp="1"/>
          </p:cNvSpPr>
          <p:nvPr>
            <p:ph type="pic" idx="4"/>
          </p:nvPr>
        </p:nvSpPr>
        <p:spPr>
          <a:xfrm>
            <a:off x="7949184" y="1396999"/>
            <a:ext cx="3328416"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67" name="Google Shape;167;p40"/>
          <p:cNvSpPr txBox="1">
            <a:spLocks noGrp="1"/>
          </p:cNvSpPr>
          <p:nvPr>
            <p:ph type="body" idx="1"/>
          </p:nvPr>
        </p:nvSpPr>
        <p:spPr>
          <a:xfrm>
            <a:off x="914400"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68" name="Google Shape;168;p40"/>
          <p:cNvSpPr txBox="1">
            <a:spLocks noGrp="1"/>
          </p:cNvSpPr>
          <p:nvPr>
            <p:ph type="body" idx="5"/>
          </p:nvPr>
        </p:nvSpPr>
        <p:spPr>
          <a:xfrm>
            <a:off x="4431792"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69" name="Google Shape;169;p40"/>
          <p:cNvSpPr txBox="1">
            <a:spLocks noGrp="1"/>
          </p:cNvSpPr>
          <p:nvPr>
            <p:ph type="body" idx="6"/>
          </p:nvPr>
        </p:nvSpPr>
        <p:spPr>
          <a:xfrm>
            <a:off x="7949184" y="4980565"/>
            <a:ext cx="3328416"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70" name="Google Shape;170;p40"/>
          <p:cNvSpPr txBox="1">
            <a:spLocks noGrp="1"/>
          </p:cNvSpPr>
          <p:nvPr>
            <p:ph type="body" idx="7"/>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Image Text ">
  <p:cSld name="Two Image Text ">
    <p:spTree>
      <p:nvGrpSpPr>
        <p:cNvPr id="1" name="Shape 171"/>
        <p:cNvGrpSpPr/>
        <p:nvPr/>
      </p:nvGrpSpPr>
      <p:grpSpPr>
        <a:xfrm>
          <a:off x="0" y="0"/>
          <a:ext cx="0" cy="0"/>
          <a:chOff x="0" y="0"/>
          <a:chExt cx="0" cy="0"/>
        </a:xfrm>
      </p:grpSpPr>
      <p:sp>
        <p:nvSpPr>
          <p:cNvPr id="172" name="Google Shape;172;p41"/>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3" name="Google Shape;173;p41"/>
          <p:cNvSpPr>
            <a:spLocks noGrp="1"/>
          </p:cNvSpPr>
          <p:nvPr>
            <p:ph type="pic" idx="2"/>
          </p:nvPr>
        </p:nvSpPr>
        <p:spPr>
          <a:xfrm>
            <a:off x="914400" y="1396999"/>
            <a:ext cx="5085589"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74" name="Google Shape;174;p41"/>
          <p:cNvSpPr>
            <a:spLocks noGrp="1"/>
          </p:cNvSpPr>
          <p:nvPr>
            <p:ph type="pic" idx="3"/>
          </p:nvPr>
        </p:nvSpPr>
        <p:spPr>
          <a:xfrm>
            <a:off x="6192011" y="1396999"/>
            <a:ext cx="5085589"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75" name="Google Shape;175;p41"/>
          <p:cNvSpPr txBox="1">
            <a:spLocks noGrp="1"/>
          </p:cNvSpPr>
          <p:nvPr>
            <p:ph type="body" idx="1"/>
          </p:nvPr>
        </p:nvSpPr>
        <p:spPr>
          <a:xfrm>
            <a:off x="914400" y="4980565"/>
            <a:ext cx="5085589"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76" name="Google Shape;176;p41"/>
          <p:cNvSpPr txBox="1">
            <a:spLocks noGrp="1"/>
          </p:cNvSpPr>
          <p:nvPr>
            <p:ph type="body" idx="4"/>
          </p:nvPr>
        </p:nvSpPr>
        <p:spPr>
          <a:xfrm>
            <a:off x="6192011" y="4980565"/>
            <a:ext cx="5085589"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Image Text Subtitle">
  <p:cSld name="Two Image Text Subtitle">
    <p:spTree>
      <p:nvGrpSpPr>
        <p:cNvPr id="1" name="Shape 177"/>
        <p:cNvGrpSpPr/>
        <p:nvPr/>
      </p:nvGrpSpPr>
      <p:grpSpPr>
        <a:xfrm>
          <a:off x="0" y="0"/>
          <a:ext cx="0" cy="0"/>
          <a:chOff x="0" y="0"/>
          <a:chExt cx="0" cy="0"/>
        </a:xfrm>
      </p:grpSpPr>
      <p:sp>
        <p:nvSpPr>
          <p:cNvPr id="178" name="Google Shape;178;p42"/>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9" name="Google Shape;179;p42"/>
          <p:cNvSpPr>
            <a:spLocks noGrp="1"/>
          </p:cNvSpPr>
          <p:nvPr>
            <p:ph type="pic" idx="2"/>
          </p:nvPr>
        </p:nvSpPr>
        <p:spPr>
          <a:xfrm>
            <a:off x="914400" y="1396999"/>
            <a:ext cx="5085589"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80" name="Google Shape;180;p42"/>
          <p:cNvSpPr>
            <a:spLocks noGrp="1"/>
          </p:cNvSpPr>
          <p:nvPr>
            <p:ph type="pic" idx="3"/>
          </p:nvPr>
        </p:nvSpPr>
        <p:spPr>
          <a:xfrm>
            <a:off x="6192011" y="1396999"/>
            <a:ext cx="5085589" cy="3407439"/>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81" name="Google Shape;181;p42"/>
          <p:cNvSpPr txBox="1">
            <a:spLocks noGrp="1"/>
          </p:cNvSpPr>
          <p:nvPr>
            <p:ph type="body" idx="1"/>
          </p:nvPr>
        </p:nvSpPr>
        <p:spPr>
          <a:xfrm>
            <a:off x="914400" y="4980565"/>
            <a:ext cx="5085589"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82" name="Google Shape;182;p42"/>
          <p:cNvSpPr txBox="1">
            <a:spLocks noGrp="1"/>
          </p:cNvSpPr>
          <p:nvPr>
            <p:ph type="body" idx="4"/>
          </p:nvPr>
        </p:nvSpPr>
        <p:spPr>
          <a:xfrm>
            <a:off x="6192011" y="4980565"/>
            <a:ext cx="5085589" cy="95885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83" name="Google Shape;183;p42"/>
          <p:cNvSpPr txBox="1">
            <a:spLocks noGrp="1"/>
          </p:cNvSpPr>
          <p:nvPr>
            <p:ph type="body" idx="5"/>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Tall Text">
  <p:cSld name="Four Tall Text">
    <p:spTree>
      <p:nvGrpSpPr>
        <p:cNvPr id="1" name="Shape 184"/>
        <p:cNvGrpSpPr/>
        <p:nvPr/>
      </p:nvGrpSpPr>
      <p:grpSpPr>
        <a:xfrm>
          <a:off x="0" y="0"/>
          <a:ext cx="0" cy="0"/>
          <a:chOff x="0" y="0"/>
          <a:chExt cx="0" cy="0"/>
        </a:xfrm>
      </p:grpSpPr>
      <p:sp>
        <p:nvSpPr>
          <p:cNvPr id="185" name="Google Shape;185;p43"/>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6" name="Google Shape;186;p43"/>
          <p:cNvSpPr>
            <a:spLocks noGrp="1"/>
          </p:cNvSpPr>
          <p:nvPr>
            <p:ph type="pic" idx="2"/>
          </p:nvPr>
        </p:nvSpPr>
        <p:spPr>
          <a:xfrm>
            <a:off x="9144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87" name="Google Shape;187;p43"/>
          <p:cNvSpPr>
            <a:spLocks noGrp="1"/>
          </p:cNvSpPr>
          <p:nvPr>
            <p:ph type="pic" idx="3"/>
          </p:nvPr>
        </p:nvSpPr>
        <p:spPr>
          <a:xfrm>
            <a:off x="35560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3"/>
            </a:outerShdw>
          </a:effectLst>
        </p:spPr>
      </p:sp>
      <p:sp>
        <p:nvSpPr>
          <p:cNvPr id="188" name="Google Shape;188;p43"/>
          <p:cNvSpPr>
            <a:spLocks noGrp="1"/>
          </p:cNvSpPr>
          <p:nvPr>
            <p:ph type="pic" idx="4"/>
          </p:nvPr>
        </p:nvSpPr>
        <p:spPr>
          <a:xfrm>
            <a:off x="61976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5"/>
            </a:outerShdw>
          </a:effectLst>
        </p:spPr>
      </p:sp>
      <p:sp>
        <p:nvSpPr>
          <p:cNvPr id="189" name="Google Shape;189;p43"/>
          <p:cNvSpPr>
            <a:spLocks noGrp="1"/>
          </p:cNvSpPr>
          <p:nvPr>
            <p:ph type="pic" idx="5"/>
          </p:nvPr>
        </p:nvSpPr>
        <p:spPr>
          <a:xfrm>
            <a:off x="88392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190" name="Google Shape;190;p43"/>
          <p:cNvSpPr txBox="1">
            <a:spLocks noGrp="1"/>
          </p:cNvSpPr>
          <p:nvPr>
            <p:ph type="body" idx="1"/>
          </p:nvPr>
        </p:nvSpPr>
        <p:spPr>
          <a:xfrm>
            <a:off x="914400"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91" name="Google Shape;191;p43"/>
          <p:cNvSpPr txBox="1">
            <a:spLocks noGrp="1"/>
          </p:cNvSpPr>
          <p:nvPr>
            <p:ph type="body" idx="6"/>
          </p:nvPr>
        </p:nvSpPr>
        <p:spPr>
          <a:xfrm>
            <a:off x="3554984"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92" name="Google Shape;192;p43"/>
          <p:cNvSpPr txBox="1">
            <a:spLocks noGrp="1"/>
          </p:cNvSpPr>
          <p:nvPr>
            <p:ph type="body" idx="7"/>
          </p:nvPr>
        </p:nvSpPr>
        <p:spPr>
          <a:xfrm>
            <a:off x="6195568"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193" name="Google Shape;193;p43"/>
          <p:cNvSpPr txBox="1">
            <a:spLocks noGrp="1"/>
          </p:cNvSpPr>
          <p:nvPr>
            <p:ph type="body" idx="8"/>
          </p:nvPr>
        </p:nvSpPr>
        <p:spPr>
          <a:xfrm>
            <a:off x="8836152"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our Tall Text Subtitle">
  <p:cSld name="Four Tall Text Subtitle">
    <p:spTree>
      <p:nvGrpSpPr>
        <p:cNvPr id="1" name="Shape 194"/>
        <p:cNvGrpSpPr/>
        <p:nvPr/>
      </p:nvGrpSpPr>
      <p:grpSpPr>
        <a:xfrm>
          <a:off x="0" y="0"/>
          <a:ext cx="0" cy="0"/>
          <a:chOff x="0" y="0"/>
          <a:chExt cx="0" cy="0"/>
        </a:xfrm>
      </p:grpSpPr>
      <p:sp>
        <p:nvSpPr>
          <p:cNvPr id="195" name="Google Shape;195;p44"/>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6" name="Google Shape;196;p44"/>
          <p:cNvSpPr>
            <a:spLocks noGrp="1"/>
          </p:cNvSpPr>
          <p:nvPr>
            <p:ph type="pic" idx="2"/>
          </p:nvPr>
        </p:nvSpPr>
        <p:spPr>
          <a:xfrm>
            <a:off x="9144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197" name="Google Shape;197;p44"/>
          <p:cNvSpPr>
            <a:spLocks noGrp="1"/>
          </p:cNvSpPr>
          <p:nvPr>
            <p:ph type="pic" idx="3"/>
          </p:nvPr>
        </p:nvSpPr>
        <p:spPr>
          <a:xfrm>
            <a:off x="35560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3"/>
            </a:outerShdw>
          </a:effectLst>
        </p:spPr>
      </p:sp>
      <p:sp>
        <p:nvSpPr>
          <p:cNvPr id="198" name="Google Shape;198;p44"/>
          <p:cNvSpPr>
            <a:spLocks noGrp="1"/>
          </p:cNvSpPr>
          <p:nvPr>
            <p:ph type="pic" idx="4"/>
          </p:nvPr>
        </p:nvSpPr>
        <p:spPr>
          <a:xfrm>
            <a:off x="61976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5"/>
            </a:outerShdw>
          </a:effectLst>
        </p:spPr>
      </p:sp>
      <p:sp>
        <p:nvSpPr>
          <p:cNvPr id="199" name="Google Shape;199;p44"/>
          <p:cNvSpPr>
            <a:spLocks noGrp="1"/>
          </p:cNvSpPr>
          <p:nvPr>
            <p:ph type="pic" idx="5"/>
          </p:nvPr>
        </p:nvSpPr>
        <p:spPr>
          <a:xfrm>
            <a:off x="8839200" y="1397000"/>
            <a:ext cx="2438400" cy="1476165"/>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200" name="Google Shape;200;p44"/>
          <p:cNvSpPr txBox="1">
            <a:spLocks noGrp="1"/>
          </p:cNvSpPr>
          <p:nvPr>
            <p:ph type="body" idx="1"/>
          </p:nvPr>
        </p:nvSpPr>
        <p:spPr>
          <a:xfrm>
            <a:off x="914400"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01" name="Google Shape;201;p44"/>
          <p:cNvSpPr txBox="1">
            <a:spLocks noGrp="1"/>
          </p:cNvSpPr>
          <p:nvPr>
            <p:ph type="body" idx="6"/>
          </p:nvPr>
        </p:nvSpPr>
        <p:spPr>
          <a:xfrm>
            <a:off x="3554984"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02" name="Google Shape;202;p44"/>
          <p:cNvSpPr txBox="1">
            <a:spLocks noGrp="1"/>
          </p:cNvSpPr>
          <p:nvPr>
            <p:ph type="body" idx="7"/>
          </p:nvPr>
        </p:nvSpPr>
        <p:spPr>
          <a:xfrm>
            <a:off x="6195568"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03" name="Google Shape;203;p44"/>
          <p:cNvSpPr txBox="1">
            <a:spLocks noGrp="1"/>
          </p:cNvSpPr>
          <p:nvPr>
            <p:ph type="body" idx="8"/>
          </p:nvPr>
        </p:nvSpPr>
        <p:spPr>
          <a:xfrm>
            <a:off x="8836152" y="3055281"/>
            <a:ext cx="2441448"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04" name="Google Shape;204;p44"/>
          <p:cNvSpPr txBox="1">
            <a:spLocks noGrp="1"/>
          </p:cNvSpPr>
          <p:nvPr>
            <p:ph type="body" idx="9"/>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ree Tall Text">
  <p:cSld name="Three Tall Text">
    <p:spTree>
      <p:nvGrpSpPr>
        <p:cNvPr id="1" name="Shape 205"/>
        <p:cNvGrpSpPr/>
        <p:nvPr/>
      </p:nvGrpSpPr>
      <p:grpSpPr>
        <a:xfrm>
          <a:off x="0" y="0"/>
          <a:ext cx="0" cy="0"/>
          <a:chOff x="0" y="0"/>
          <a:chExt cx="0" cy="0"/>
        </a:xfrm>
      </p:grpSpPr>
      <p:sp>
        <p:nvSpPr>
          <p:cNvPr id="206" name="Google Shape;206;p45"/>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7" name="Google Shape;207;p45"/>
          <p:cNvSpPr>
            <a:spLocks noGrp="1"/>
          </p:cNvSpPr>
          <p:nvPr>
            <p:ph type="pic" idx="2"/>
          </p:nvPr>
        </p:nvSpPr>
        <p:spPr>
          <a:xfrm>
            <a:off x="914400"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208" name="Google Shape;208;p45"/>
          <p:cNvSpPr>
            <a:spLocks noGrp="1"/>
          </p:cNvSpPr>
          <p:nvPr>
            <p:ph type="pic" idx="3"/>
          </p:nvPr>
        </p:nvSpPr>
        <p:spPr>
          <a:xfrm>
            <a:off x="4431792"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4"/>
            </a:outerShdw>
          </a:effectLst>
        </p:spPr>
      </p:sp>
      <p:sp>
        <p:nvSpPr>
          <p:cNvPr id="209" name="Google Shape;209;p45"/>
          <p:cNvSpPr>
            <a:spLocks noGrp="1"/>
          </p:cNvSpPr>
          <p:nvPr>
            <p:ph type="pic" idx="4"/>
          </p:nvPr>
        </p:nvSpPr>
        <p:spPr>
          <a:xfrm>
            <a:off x="7949184"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210" name="Google Shape;210;p45"/>
          <p:cNvSpPr txBox="1">
            <a:spLocks noGrp="1"/>
          </p:cNvSpPr>
          <p:nvPr>
            <p:ph type="body" idx="1"/>
          </p:nvPr>
        </p:nvSpPr>
        <p:spPr>
          <a:xfrm>
            <a:off x="914400"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11" name="Google Shape;211;p45"/>
          <p:cNvSpPr txBox="1">
            <a:spLocks noGrp="1"/>
          </p:cNvSpPr>
          <p:nvPr>
            <p:ph type="body" idx="5"/>
          </p:nvPr>
        </p:nvSpPr>
        <p:spPr>
          <a:xfrm>
            <a:off x="4431792"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12" name="Google Shape;212;p45"/>
          <p:cNvSpPr txBox="1">
            <a:spLocks noGrp="1"/>
          </p:cNvSpPr>
          <p:nvPr>
            <p:ph type="body" idx="6"/>
          </p:nvPr>
        </p:nvSpPr>
        <p:spPr>
          <a:xfrm>
            <a:off x="7949184"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ree Tall Text Subtitle">
  <p:cSld name="Three Tall Text Subtitle">
    <p:spTree>
      <p:nvGrpSpPr>
        <p:cNvPr id="1" name="Shape 213"/>
        <p:cNvGrpSpPr/>
        <p:nvPr/>
      </p:nvGrpSpPr>
      <p:grpSpPr>
        <a:xfrm>
          <a:off x="0" y="0"/>
          <a:ext cx="0" cy="0"/>
          <a:chOff x="0" y="0"/>
          <a:chExt cx="0" cy="0"/>
        </a:xfrm>
      </p:grpSpPr>
      <p:sp>
        <p:nvSpPr>
          <p:cNvPr id="214" name="Google Shape;214;p46"/>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5" name="Google Shape;215;p46"/>
          <p:cNvSpPr>
            <a:spLocks noGrp="1"/>
          </p:cNvSpPr>
          <p:nvPr>
            <p:ph type="pic" idx="2"/>
          </p:nvPr>
        </p:nvSpPr>
        <p:spPr>
          <a:xfrm>
            <a:off x="914400"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216" name="Google Shape;216;p46"/>
          <p:cNvSpPr>
            <a:spLocks noGrp="1"/>
          </p:cNvSpPr>
          <p:nvPr>
            <p:ph type="pic" idx="3"/>
          </p:nvPr>
        </p:nvSpPr>
        <p:spPr>
          <a:xfrm>
            <a:off x="4431792"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4"/>
            </a:outerShdw>
          </a:effectLst>
        </p:spPr>
      </p:sp>
      <p:sp>
        <p:nvSpPr>
          <p:cNvPr id="217" name="Google Shape;217;p46"/>
          <p:cNvSpPr>
            <a:spLocks noGrp="1"/>
          </p:cNvSpPr>
          <p:nvPr>
            <p:ph type="pic" idx="4"/>
          </p:nvPr>
        </p:nvSpPr>
        <p:spPr>
          <a:xfrm>
            <a:off x="7949184" y="1397000"/>
            <a:ext cx="3328416"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218" name="Google Shape;218;p46"/>
          <p:cNvSpPr txBox="1">
            <a:spLocks noGrp="1"/>
          </p:cNvSpPr>
          <p:nvPr>
            <p:ph type="body" idx="1"/>
          </p:nvPr>
        </p:nvSpPr>
        <p:spPr>
          <a:xfrm>
            <a:off x="914400"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19" name="Google Shape;219;p46"/>
          <p:cNvSpPr txBox="1">
            <a:spLocks noGrp="1"/>
          </p:cNvSpPr>
          <p:nvPr>
            <p:ph type="body" idx="5"/>
          </p:nvPr>
        </p:nvSpPr>
        <p:spPr>
          <a:xfrm>
            <a:off x="4431792"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20" name="Google Shape;220;p46"/>
          <p:cNvSpPr txBox="1">
            <a:spLocks noGrp="1"/>
          </p:cNvSpPr>
          <p:nvPr>
            <p:ph type="body" idx="6"/>
          </p:nvPr>
        </p:nvSpPr>
        <p:spPr>
          <a:xfrm>
            <a:off x="7949184" y="3055281"/>
            <a:ext cx="3328416"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21" name="Google Shape;221;p46"/>
          <p:cNvSpPr txBox="1">
            <a:spLocks noGrp="1"/>
          </p:cNvSpPr>
          <p:nvPr>
            <p:ph type="body" idx="7"/>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Tall Text Subtitle">
  <p:cSld name="Two Tall Text Subtitle">
    <p:spTree>
      <p:nvGrpSpPr>
        <p:cNvPr id="1" name="Shape 228"/>
        <p:cNvGrpSpPr/>
        <p:nvPr/>
      </p:nvGrpSpPr>
      <p:grpSpPr>
        <a:xfrm>
          <a:off x="0" y="0"/>
          <a:ext cx="0" cy="0"/>
          <a:chOff x="0" y="0"/>
          <a:chExt cx="0" cy="0"/>
        </a:xfrm>
      </p:grpSpPr>
      <p:sp>
        <p:nvSpPr>
          <p:cNvPr id="229" name="Google Shape;229;p4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0" name="Google Shape;230;p48"/>
          <p:cNvSpPr>
            <a:spLocks noGrp="1"/>
          </p:cNvSpPr>
          <p:nvPr>
            <p:ph type="pic" idx="2"/>
          </p:nvPr>
        </p:nvSpPr>
        <p:spPr>
          <a:xfrm>
            <a:off x="914400" y="1397000"/>
            <a:ext cx="5085589"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231" name="Google Shape;231;p48"/>
          <p:cNvSpPr>
            <a:spLocks noGrp="1"/>
          </p:cNvSpPr>
          <p:nvPr>
            <p:ph type="pic" idx="3"/>
          </p:nvPr>
        </p:nvSpPr>
        <p:spPr>
          <a:xfrm>
            <a:off x="6192011" y="1397000"/>
            <a:ext cx="5085589" cy="147218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232" name="Google Shape;232;p48"/>
          <p:cNvSpPr txBox="1">
            <a:spLocks noGrp="1"/>
          </p:cNvSpPr>
          <p:nvPr>
            <p:ph type="body" idx="1"/>
          </p:nvPr>
        </p:nvSpPr>
        <p:spPr>
          <a:xfrm>
            <a:off x="914400" y="3055281"/>
            <a:ext cx="5084064"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33" name="Google Shape;233;p48"/>
          <p:cNvSpPr txBox="1">
            <a:spLocks noGrp="1"/>
          </p:cNvSpPr>
          <p:nvPr>
            <p:ph type="body" idx="4"/>
          </p:nvPr>
        </p:nvSpPr>
        <p:spPr>
          <a:xfrm>
            <a:off x="6193536" y="3055281"/>
            <a:ext cx="5084064" cy="298833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34" name="Google Shape;234;p48"/>
          <p:cNvSpPr txBox="1">
            <a:spLocks noGrp="1"/>
          </p:cNvSpPr>
          <p:nvPr>
            <p:ph type="body" idx="5"/>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Eight Grid Text">
  <p:cSld name="Eight Grid Text">
    <p:spTree>
      <p:nvGrpSpPr>
        <p:cNvPr id="1" name="Shape 235"/>
        <p:cNvGrpSpPr/>
        <p:nvPr/>
      </p:nvGrpSpPr>
      <p:grpSpPr>
        <a:xfrm>
          <a:off x="0" y="0"/>
          <a:ext cx="0" cy="0"/>
          <a:chOff x="0" y="0"/>
          <a:chExt cx="0" cy="0"/>
        </a:xfrm>
      </p:grpSpPr>
      <p:sp>
        <p:nvSpPr>
          <p:cNvPr id="236" name="Google Shape;236;p49"/>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7" name="Google Shape;237;p49"/>
          <p:cNvSpPr>
            <a:spLocks noGrp="1"/>
          </p:cNvSpPr>
          <p:nvPr>
            <p:ph type="pic" idx="2"/>
          </p:nvPr>
        </p:nvSpPr>
        <p:spPr>
          <a:xfrm>
            <a:off x="913384" y="1397000"/>
            <a:ext cx="2438400" cy="1476165"/>
          </a:xfrm>
          <a:prstGeom prst="rect">
            <a:avLst/>
          </a:prstGeom>
          <a:solidFill>
            <a:srgbClr val="F2F2F2"/>
          </a:solidFill>
          <a:ln>
            <a:noFill/>
          </a:ln>
        </p:spPr>
      </p:sp>
      <p:sp>
        <p:nvSpPr>
          <p:cNvPr id="238" name="Google Shape;238;p49"/>
          <p:cNvSpPr>
            <a:spLocks noGrp="1"/>
          </p:cNvSpPr>
          <p:nvPr>
            <p:ph type="pic" idx="3"/>
          </p:nvPr>
        </p:nvSpPr>
        <p:spPr>
          <a:xfrm>
            <a:off x="3554984" y="1397000"/>
            <a:ext cx="2438400" cy="1476165"/>
          </a:xfrm>
          <a:prstGeom prst="rect">
            <a:avLst/>
          </a:prstGeom>
          <a:solidFill>
            <a:srgbClr val="F2F2F2"/>
          </a:solidFill>
          <a:ln>
            <a:noFill/>
          </a:ln>
        </p:spPr>
      </p:sp>
      <p:sp>
        <p:nvSpPr>
          <p:cNvPr id="239" name="Google Shape;239;p49"/>
          <p:cNvSpPr>
            <a:spLocks noGrp="1"/>
          </p:cNvSpPr>
          <p:nvPr>
            <p:ph type="pic" idx="4"/>
          </p:nvPr>
        </p:nvSpPr>
        <p:spPr>
          <a:xfrm>
            <a:off x="6196584" y="1397000"/>
            <a:ext cx="2438400" cy="1476165"/>
          </a:xfrm>
          <a:prstGeom prst="rect">
            <a:avLst/>
          </a:prstGeom>
          <a:solidFill>
            <a:srgbClr val="F2F2F2"/>
          </a:solidFill>
          <a:ln>
            <a:noFill/>
          </a:ln>
        </p:spPr>
      </p:sp>
      <p:sp>
        <p:nvSpPr>
          <p:cNvPr id="240" name="Google Shape;240;p49"/>
          <p:cNvSpPr>
            <a:spLocks noGrp="1"/>
          </p:cNvSpPr>
          <p:nvPr>
            <p:ph type="pic" idx="5"/>
          </p:nvPr>
        </p:nvSpPr>
        <p:spPr>
          <a:xfrm>
            <a:off x="8838184" y="1397000"/>
            <a:ext cx="2438400" cy="1476165"/>
          </a:xfrm>
          <a:prstGeom prst="rect">
            <a:avLst/>
          </a:prstGeom>
          <a:solidFill>
            <a:srgbClr val="F2F2F2"/>
          </a:solidFill>
          <a:ln>
            <a:noFill/>
          </a:ln>
        </p:spPr>
      </p:sp>
      <p:sp>
        <p:nvSpPr>
          <p:cNvPr id="241" name="Google Shape;241;p49"/>
          <p:cNvSpPr txBox="1">
            <a:spLocks noGrp="1"/>
          </p:cNvSpPr>
          <p:nvPr>
            <p:ph type="body" idx="1"/>
          </p:nvPr>
        </p:nvSpPr>
        <p:spPr>
          <a:xfrm>
            <a:off x="913384" y="4717007"/>
            <a:ext cx="2441448" cy="132660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42" name="Google Shape;242;p49"/>
          <p:cNvSpPr txBox="1">
            <a:spLocks noGrp="1"/>
          </p:cNvSpPr>
          <p:nvPr>
            <p:ph type="body" idx="6"/>
          </p:nvPr>
        </p:nvSpPr>
        <p:spPr>
          <a:xfrm>
            <a:off x="3553968"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43" name="Google Shape;243;p49"/>
          <p:cNvSpPr txBox="1">
            <a:spLocks noGrp="1"/>
          </p:cNvSpPr>
          <p:nvPr>
            <p:ph type="body" idx="7"/>
          </p:nvPr>
        </p:nvSpPr>
        <p:spPr>
          <a:xfrm>
            <a:off x="6194552"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44" name="Google Shape;244;p49"/>
          <p:cNvSpPr txBox="1">
            <a:spLocks noGrp="1"/>
          </p:cNvSpPr>
          <p:nvPr>
            <p:ph type="body" idx="8"/>
          </p:nvPr>
        </p:nvSpPr>
        <p:spPr>
          <a:xfrm>
            <a:off x="8835136"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45" name="Google Shape;245;p49"/>
          <p:cNvSpPr>
            <a:spLocks noGrp="1"/>
          </p:cNvSpPr>
          <p:nvPr>
            <p:ph type="pic" idx="9"/>
          </p:nvPr>
        </p:nvSpPr>
        <p:spPr>
          <a:xfrm>
            <a:off x="913384" y="3057004"/>
            <a:ext cx="2438400" cy="1476165"/>
          </a:xfrm>
          <a:prstGeom prst="rect">
            <a:avLst/>
          </a:prstGeom>
          <a:solidFill>
            <a:srgbClr val="F2F2F2"/>
          </a:solidFill>
          <a:ln>
            <a:noFill/>
          </a:ln>
        </p:spPr>
      </p:sp>
      <p:sp>
        <p:nvSpPr>
          <p:cNvPr id="246" name="Google Shape;246;p49"/>
          <p:cNvSpPr>
            <a:spLocks noGrp="1"/>
          </p:cNvSpPr>
          <p:nvPr>
            <p:ph type="pic" idx="13"/>
          </p:nvPr>
        </p:nvSpPr>
        <p:spPr>
          <a:xfrm>
            <a:off x="3554984" y="3057004"/>
            <a:ext cx="2438400" cy="1476165"/>
          </a:xfrm>
          <a:prstGeom prst="rect">
            <a:avLst/>
          </a:prstGeom>
          <a:solidFill>
            <a:srgbClr val="F2F2F2"/>
          </a:solidFill>
          <a:ln>
            <a:noFill/>
          </a:ln>
        </p:spPr>
      </p:sp>
      <p:sp>
        <p:nvSpPr>
          <p:cNvPr id="247" name="Google Shape;247;p49"/>
          <p:cNvSpPr>
            <a:spLocks noGrp="1"/>
          </p:cNvSpPr>
          <p:nvPr>
            <p:ph type="pic" idx="14"/>
          </p:nvPr>
        </p:nvSpPr>
        <p:spPr>
          <a:xfrm>
            <a:off x="6196584" y="3057004"/>
            <a:ext cx="2438400" cy="1476165"/>
          </a:xfrm>
          <a:prstGeom prst="rect">
            <a:avLst/>
          </a:prstGeom>
          <a:solidFill>
            <a:srgbClr val="F2F2F2"/>
          </a:solidFill>
          <a:ln>
            <a:noFill/>
          </a:ln>
        </p:spPr>
      </p:sp>
      <p:sp>
        <p:nvSpPr>
          <p:cNvPr id="248" name="Google Shape;248;p49"/>
          <p:cNvSpPr>
            <a:spLocks noGrp="1"/>
          </p:cNvSpPr>
          <p:nvPr>
            <p:ph type="pic" idx="15"/>
          </p:nvPr>
        </p:nvSpPr>
        <p:spPr>
          <a:xfrm>
            <a:off x="8838184" y="3057004"/>
            <a:ext cx="2438400" cy="1476165"/>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Eight Grid Text Subtitle">
  <p:cSld name="Eight Grid Text Subtitle">
    <p:spTree>
      <p:nvGrpSpPr>
        <p:cNvPr id="1" name="Shape 249"/>
        <p:cNvGrpSpPr/>
        <p:nvPr/>
      </p:nvGrpSpPr>
      <p:grpSpPr>
        <a:xfrm>
          <a:off x="0" y="0"/>
          <a:ext cx="0" cy="0"/>
          <a:chOff x="0" y="0"/>
          <a:chExt cx="0" cy="0"/>
        </a:xfrm>
      </p:grpSpPr>
      <p:sp>
        <p:nvSpPr>
          <p:cNvPr id="250" name="Google Shape;250;p50"/>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1" name="Google Shape;251;p50"/>
          <p:cNvSpPr>
            <a:spLocks noGrp="1"/>
          </p:cNvSpPr>
          <p:nvPr>
            <p:ph type="pic" idx="2"/>
          </p:nvPr>
        </p:nvSpPr>
        <p:spPr>
          <a:xfrm>
            <a:off x="913384" y="1397000"/>
            <a:ext cx="2438400" cy="1476165"/>
          </a:xfrm>
          <a:prstGeom prst="rect">
            <a:avLst/>
          </a:prstGeom>
          <a:solidFill>
            <a:srgbClr val="F2F2F2"/>
          </a:solidFill>
          <a:ln>
            <a:noFill/>
          </a:ln>
        </p:spPr>
      </p:sp>
      <p:sp>
        <p:nvSpPr>
          <p:cNvPr id="252" name="Google Shape;252;p50"/>
          <p:cNvSpPr>
            <a:spLocks noGrp="1"/>
          </p:cNvSpPr>
          <p:nvPr>
            <p:ph type="pic" idx="3"/>
          </p:nvPr>
        </p:nvSpPr>
        <p:spPr>
          <a:xfrm>
            <a:off x="3554984" y="1397000"/>
            <a:ext cx="2438400" cy="1476165"/>
          </a:xfrm>
          <a:prstGeom prst="rect">
            <a:avLst/>
          </a:prstGeom>
          <a:solidFill>
            <a:srgbClr val="F2F2F2"/>
          </a:solidFill>
          <a:ln>
            <a:noFill/>
          </a:ln>
        </p:spPr>
      </p:sp>
      <p:sp>
        <p:nvSpPr>
          <p:cNvPr id="253" name="Google Shape;253;p50"/>
          <p:cNvSpPr>
            <a:spLocks noGrp="1"/>
          </p:cNvSpPr>
          <p:nvPr>
            <p:ph type="pic" idx="4"/>
          </p:nvPr>
        </p:nvSpPr>
        <p:spPr>
          <a:xfrm>
            <a:off x="6196584" y="1397000"/>
            <a:ext cx="2438400" cy="1476165"/>
          </a:xfrm>
          <a:prstGeom prst="rect">
            <a:avLst/>
          </a:prstGeom>
          <a:solidFill>
            <a:srgbClr val="F2F2F2"/>
          </a:solidFill>
          <a:ln>
            <a:noFill/>
          </a:ln>
        </p:spPr>
      </p:sp>
      <p:sp>
        <p:nvSpPr>
          <p:cNvPr id="254" name="Google Shape;254;p50"/>
          <p:cNvSpPr>
            <a:spLocks noGrp="1"/>
          </p:cNvSpPr>
          <p:nvPr>
            <p:ph type="pic" idx="5"/>
          </p:nvPr>
        </p:nvSpPr>
        <p:spPr>
          <a:xfrm>
            <a:off x="8838184" y="1397000"/>
            <a:ext cx="2438400" cy="1476165"/>
          </a:xfrm>
          <a:prstGeom prst="rect">
            <a:avLst/>
          </a:prstGeom>
          <a:solidFill>
            <a:srgbClr val="F2F2F2"/>
          </a:solidFill>
          <a:ln>
            <a:noFill/>
          </a:ln>
        </p:spPr>
      </p:sp>
      <p:sp>
        <p:nvSpPr>
          <p:cNvPr id="255" name="Google Shape;255;p50"/>
          <p:cNvSpPr txBox="1">
            <a:spLocks noGrp="1"/>
          </p:cNvSpPr>
          <p:nvPr>
            <p:ph type="body" idx="1"/>
          </p:nvPr>
        </p:nvSpPr>
        <p:spPr>
          <a:xfrm>
            <a:off x="913384" y="4717007"/>
            <a:ext cx="2441448" cy="132660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56" name="Google Shape;256;p50"/>
          <p:cNvSpPr txBox="1">
            <a:spLocks noGrp="1"/>
          </p:cNvSpPr>
          <p:nvPr>
            <p:ph type="body" idx="6"/>
          </p:nvPr>
        </p:nvSpPr>
        <p:spPr>
          <a:xfrm>
            <a:off x="3553968"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57" name="Google Shape;257;p50"/>
          <p:cNvSpPr txBox="1">
            <a:spLocks noGrp="1"/>
          </p:cNvSpPr>
          <p:nvPr>
            <p:ph type="body" idx="7"/>
          </p:nvPr>
        </p:nvSpPr>
        <p:spPr>
          <a:xfrm>
            <a:off x="6194552"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58" name="Google Shape;258;p50"/>
          <p:cNvSpPr txBox="1">
            <a:spLocks noGrp="1"/>
          </p:cNvSpPr>
          <p:nvPr>
            <p:ph type="body" idx="8"/>
          </p:nvPr>
        </p:nvSpPr>
        <p:spPr>
          <a:xfrm>
            <a:off x="8835136" y="4717007"/>
            <a:ext cx="2441448" cy="132660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59" name="Google Shape;259;p50"/>
          <p:cNvSpPr>
            <a:spLocks noGrp="1"/>
          </p:cNvSpPr>
          <p:nvPr>
            <p:ph type="pic" idx="9"/>
          </p:nvPr>
        </p:nvSpPr>
        <p:spPr>
          <a:xfrm>
            <a:off x="913384" y="3057004"/>
            <a:ext cx="2438400" cy="1476165"/>
          </a:xfrm>
          <a:prstGeom prst="rect">
            <a:avLst/>
          </a:prstGeom>
          <a:solidFill>
            <a:srgbClr val="F2F2F2"/>
          </a:solidFill>
          <a:ln>
            <a:noFill/>
          </a:ln>
        </p:spPr>
      </p:sp>
      <p:sp>
        <p:nvSpPr>
          <p:cNvPr id="260" name="Google Shape;260;p50"/>
          <p:cNvSpPr>
            <a:spLocks noGrp="1"/>
          </p:cNvSpPr>
          <p:nvPr>
            <p:ph type="pic" idx="13"/>
          </p:nvPr>
        </p:nvSpPr>
        <p:spPr>
          <a:xfrm>
            <a:off x="3554984" y="3057004"/>
            <a:ext cx="2438400" cy="1476165"/>
          </a:xfrm>
          <a:prstGeom prst="rect">
            <a:avLst/>
          </a:prstGeom>
          <a:solidFill>
            <a:srgbClr val="F2F2F2"/>
          </a:solidFill>
          <a:ln>
            <a:noFill/>
          </a:ln>
        </p:spPr>
      </p:sp>
      <p:sp>
        <p:nvSpPr>
          <p:cNvPr id="261" name="Google Shape;261;p50"/>
          <p:cNvSpPr>
            <a:spLocks noGrp="1"/>
          </p:cNvSpPr>
          <p:nvPr>
            <p:ph type="pic" idx="14"/>
          </p:nvPr>
        </p:nvSpPr>
        <p:spPr>
          <a:xfrm>
            <a:off x="6196584" y="3057004"/>
            <a:ext cx="2438400" cy="1476165"/>
          </a:xfrm>
          <a:prstGeom prst="rect">
            <a:avLst/>
          </a:prstGeom>
          <a:solidFill>
            <a:srgbClr val="F2F2F2"/>
          </a:solidFill>
          <a:ln>
            <a:noFill/>
          </a:ln>
        </p:spPr>
      </p:sp>
      <p:sp>
        <p:nvSpPr>
          <p:cNvPr id="262" name="Google Shape;262;p50"/>
          <p:cNvSpPr>
            <a:spLocks noGrp="1"/>
          </p:cNvSpPr>
          <p:nvPr>
            <p:ph type="pic" idx="15"/>
          </p:nvPr>
        </p:nvSpPr>
        <p:spPr>
          <a:xfrm>
            <a:off x="8838184" y="3057004"/>
            <a:ext cx="2438400" cy="1476165"/>
          </a:xfrm>
          <a:prstGeom prst="rect">
            <a:avLst/>
          </a:prstGeom>
          <a:solidFill>
            <a:srgbClr val="F2F2F2"/>
          </a:solidFill>
          <a:ln>
            <a:noFill/>
          </a:ln>
        </p:spPr>
      </p:sp>
      <p:sp>
        <p:nvSpPr>
          <p:cNvPr id="263" name="Google Shape;263;p50"/>
          <p:cNvSpPr txBox="1">
            <a:spLocks noGrp="1"/>
          </p:cNvSpPr>
          <p:nvPr>
            <p:ph type="body" idx="16"/>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ix Grid Text">
  <p:cSld name="Six Grid Text">
    <p:spTree>
      <p:nvGrpSpPr>
        <p:cNvPr id="1" name="Shape 264"/>
        <p:cNvGrpSpPr/>
        <p:nvPr/>
      </p:nvGrpSpPr>
      <p:grpSpPr>
        <a:xfrm>
          <a:off x="0" y="0"/>
          <a:ext cx="0" cy="0"/>
          <a:chOff x="0" y="0"/>
          <a:chExt cx="0" cy="0"/>
        </a:xfrm>
      </p:grpSpPr>
      <p:sp>
        <p:nvSpPr>
          <p:cNvPr id="265" name="Google Shape;265;p51"/>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6" name="Google Shape;266;p51"/>
          <p:cNvSpPr>
            <a:spLocks noGrp="1"/>
          </p:cNvSpPr>
          <p:nvPr>
            <p:ph type="pic" idx="2"/>
          </p:nvPr>
        </p:nvSpPr>
        <p:spPr>
          <a:xfrm>
            <a:off x="914400" y="1397000"/>
            <a:ext cx="3328416" cy="1472184"/>
          </a:xfrm>
          <a:prstGeom prst="rect">
            <a:avLst/>
          </a:prstGeom>
          <a:solidFill>
            <a:srgbClr val="F2F2F2"/>
          </a:solidFill>
          <a:ln>
            <a:noFill/>
          </a:ln>
        </p:spPr>
      </p:sp>
      <p:sp>
        <p:nvSpPr>
          <p:cNvPr id="267" name="Google Shape;267;p51"/>
          <p:cNvSpPr>
            <a:spLocks noGrp="1"/>
          </p:cNvSpPr>
          <p:nvPr>
            <p:ph type="pic" idx="3"/>
          </p:nvPr>
        </p:nvSpPr>
        <p:spPr>
          <a:xfrm>
            <a:off x="4431792" y="1397000"/>
            <a:ext cx="3328416" cy="1472184"/>
          </a:xfrm>
          <a:prstGeom prst="rect">
            <a:avLst/>
          </a:prstGeom>
          <a:solidFill>
            <a:srgbClr val="F2F2F2"/>
          </a:solidFill>
          <a:ln>
            <a:noFill/>
          </a:ln>
        </p:spPr>
      </p:sp>
      <p:sp>
        <p:nvSpPr>
          <p:cNvPr id="268" name="Google Shape;268;p51"/>
          <p:cNvSpPr>
            <a:spLocks noGrp="1"/>
          </p:cNvSpPr>
          <p:nvPr>
            <p:ph type="pic" idx="4"/>
          </p:nvPr>
        </p:nvSpPr>
        <p:spPr>
          <a:xfrm>
            <a:off x="7949184" y="1397000"/>
            <a:ext cx="3328416" cy="1472184"/>
          </a:xfrm>
          <a:prstGeom prst="rect">
            <a:avLst/>
          </a:prstGeom>
          <a:solidFill>
            <a:srgbClr val="F2F2F2"/>
          </a:solidFill>
          <a:ln>
            <a:noFill/>
          </a:ln>
        </p:spPr>
      </p:sp>
      <p:sp>
        <p:nvSpPr>
          <p:cNvPr id="269" name="Google Shape;269;p51"/>
          <p:cNvSpPr txBox="1">
            <a:spLocks noGrp="1"/>
          </p:cNvSpPr>
          <p:nvPr>
            <p:ph type="body" idx="1"/>
          </p:nvPr>
        </p:nvSpPr>
        <p:spPr>
          <a:xfrm>
            <a:off x="914400"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70" name="Google Shape;270;p51"/>
          <p:cNvSpPr txBox="1">
            <a:spLocks noGrp="1"/>
          </p:cNvSpPr>
          <p:nvPr>
            <p:ph type="body" idx="5"/>
          </p:nvPr>
        </p:nvSpPr>
        <p:spPr>
          <a:xfrm>
            <a:off x="4431792"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71" name="Google Shape;271;p51"/>
          <p:cNvSpPr txBox="1">
            <a:spLocks noGrp="1"/>
          </p:cNvSpPr>
          <p:nvPr>
            <p:ph type="body" idx="6"/>
          </p:nvPr>
        </p:nvSpPr>
        <p:spPr>
          <a:xfrm>
            <a:off x="7949184"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72" name="Google Shape;272;p51"/>
          <p:cNvSpPr>
            <a:spLocks noGrp="1"/>
          </p:cNvSpPr>
          <p:nvPr>
            <p:ph type="pic" idx="7"/>
          </p:nvPr>
        </p:nvSpPr>
        <p:spPr>
          <a:xfrm>
            <a:off x="914400" y="3060985"/>
            <a:ext cx="3328416" cy="1472184"/>
          </a:xfrm>
          <a:prstGeom prst="rect">
            <a:avLst/>
          </a:prstGeom>
          <a:solidFill>
            <a:srgbClr val="F2F2F2"/>
          </a:solidFill>
          <a:ln>
            <a:noFill/>
          </a:ln>
        </p:spPr>
      </p:sp>
      <p:sp>
        <p:nvSpPr>
          <p:cNvPr id="273" name="Google Shape;273;p51"/>
          <p:cNvSpPr>
            <a:spLocks noGrp="1"/>
          </p:cNvSpPr>
          <p:nvPr>
            <p:ph type="pic" idx="8"/>
          </p:nvPr>
        </p:nvSpPr>
        <p:spPr>
          <a:xfrm>
            <a:off x="4431792" y="3060985"/>
            <a:ext cx="3328416" cy="1472184"/>
          </a:xfrm>
          <a:prstGeom prst="rect">
            <a:avLst/>
          </a:prstGeom>
          <a:solidFill>
            <a:srgbClr val="F2F2F2"/>
          </a:solidFill>
          <a:ln>
            <a:noFill/>
          </a:ln>
        </p:spPr>
      </p:sp>
      <p:sp>
        <p:nvSpPr>
          <p:cNvPr id="274" name="Google Shape;274;p51"/>
          <p:cNvSpPr>
            <a:spLocks noGrp="1"/>
          </p:cNvSpPr>
          <p:nvPr>
            <p:ph type="pic" idx="9"/>
          </p:nvPr>
        </p:nvSpPr>
        <p:spPr>
          <a:xfrm>
            <a:off x="7949184" y="3060985"/>
            <a:ext cx="3328416" cy="1472184"/>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ix Grid Text Subtitle">
  <p:cSld name="Six Grid Text Subtitle">
    <p:spTree>
      <p:nvGrpSpPr>
        <p:cNvPr id="1" name="Shape 275"/>
        <p:cNvGrpSpPr/>
        <p:nvPr/>
      </p:nvGrpSpPr>
      <p:grpSpPr>
        <a:xfrm>
          <a:off x="0" y="0"/>
          <a:ext cx="0" cy="0"/>
          <a:chOff x="0" y="0"/>
          <a:chExt cx="0" cy="0"/>
        </a:xfrm>
      </p:grpSpPr>
      <p:sp>
        <p:nvSpPr>
          <p:cNvPr id="276" name="Google Shape;276;p52"/>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7" name="Google Shape;277;p52"/>
          <p:cNvSpPr>
            <a:spLocks noGrp="1"/>
          </p:cNvSpPr>
          <p:nvPr>
            <p:ph type="pic" idx="2"/>
          </p:nvPr>
        </p:nvSpPr>
        <p:spPr>
          <a:xfrm>
            <a:off x="914400" y="1397000"/>
            <a:ext cx="3328416" cy="1472184"/>
          </a:xfrm>
          <a:prstGeom prst="rect">
            <a:avLst/>
          </a:prstGeom>
          <a:solidFill>
            <a:srgbClr val="F2F2F2"/>
          </a:solidFill>
          <a:ln>
            <a:noFill/>
          </a:ln>
        </p:spPr>
      </p:sp>
      <p:sp>
        <p:nvSpPr>
          <p:cNvPr id="278" name="Google Shape;278;p52"/>
          <p:cNvSpPr>
            <a:spLocks noGrp="1"/>
          </p:cNvSpPr>
          <p:nvPr>
            <p:ph type="pic" idx="3"/>
          </p:nvPr>
        </p:nvSpPr>
        <p:spPr>
          <a:xfrm>
            <a:off x="4431792" y="1397000"/>
            <a:ext cx="3328416" cy="1472184"/>
          </a:xfrm>
          <a:prstGeom prst="rect">
            <a:avLst/>
          </a:prstGeom>
          <a:solidFill>
            <a:srgbClr val="F2F2F2"/>
          </a:solidFill>
          <a:ln>
            <a:noFill/>
          </a:ln>
        </p:spPr>
      </p:sp>
      <p:sp>
        <p:nvSpPr>
          <p:cNvPr id="279" name="Google Shape;279;p52"/>
          <p:cNvSpPr>
            <a:spLocks noGrp="1"/>
          </p:cNvSpPr>
          <p:nvPr>
            <p:ph type="pic" idx="4"/>
          </p:nvPr>
        </p:nvSpPr>
        <p:spPr>
          <a:xfrm>
            <a:off x="7949184" y="1397000"/>
            <a:ext cx="3328416" cy="1472184"/>
          </a:xfrm>
          <a:prstGeom prst="rect">
            <a:avLst/>
          </a:prstGeom>
          <a:solidFill>
            <a:srgbClr val="F2F2F2"/>
          </a:solidFill>
          <a:ln>
            <a:noFill/>
          </a:ln>
        </p:spPr>
      </p:sp>
      <p:sp>
        <p:nvSpPr>
          <p:cNvPr id="280" name="Google Shape;280;p52"/>
          <p:cNvSpPr txBox="1">
            <a:spLocks noGrp="1"/>
          </p:cNvSpPr>
          <p:nvPr>
            <p:ph type="body" idx="1"/>
          </p:nvPr>
        </p:nvSpPr>
        <p:spPr>
          <a:xfrm>
            <a:off x="914400"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81" name="Google Shape;281;p52"/>
          <p:cNvSpPr txBox="1">
            <a:spLocks noGrp="1"/>
          </p:cNvSpPr>
          <p:nvPr>
            <p:ph type="body" idx="5"/>
          </p:nvPr>
        </p:nvSpPr>
        <p:spPr>
          <a:xfrm>
            <a:off x="4431792"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82" name="Google Shape;282;p52"/>
          <p:cNvSpPr txBox="1">
            <a:spLocks noGrp="1"/>
          </p:cNvSpPr>
          <p:nvPr>
            <p:ph type="body" idx="6"/>
          </p:nvPr>
        </p:nvSpPr>
        <p:spPr>
          <a:xfrm>
            <a:off x="7949184" y="4720990"/>
            <a:ext cx="3328416" cy="1370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83" name="Google Shape;283;p52"/>
          <p:cNvSpPr>
            <a:spLocks noGrp="1"/>
          </p:cNvSpPr>
          <p:nvPr>
            <p:ph type="pic" idx="7"/>
          </p:nvPr>
        </p:nvSpPr>
        <p:spPr>
          <a:xfrm>
            <a:off x="914400" y="3060985"/>
            <a:ext cx="3328416" cy="1472184"/>
          </a:xfrm>
          <a:prstGeom prst="rect">
            <a:avLst/>
          </a:prstGeom>
          <a:solidFill>
            <a:srgbClr val="F2F2F2"/>
          </a:solidFill>
          <a:ln>
            <a:noFill/>
          </a:ln>
        </p:spPr>
      </p:sp>
      <p:sp>
        <p:nvSpPr>
          <p:cNvPr id="284" name="Google Shape;284;p52"/>
          <p:cNvSpPr>
            <a:spLocks noGrp="1"/>
          </p:cNvSpPr>
          <p:nvPr>
            <p:ph type="pic" idx="8"/>
          </p:nvPr>
        </p:nvSpPr>
        <p:spPr>
          <a:xfrm>
            <a:off x="4431792" y="3060985"/>
            <a:ext cx="3328416" cy="1472184"/>
          </a:xfrm>
          <a:prstGeom prst="rect">
            <a:avLst/>
          </a:prstGeom>
          <a:solidFill>
            <a:srgbClr val="F2F2F2"/>
          </a:solidFill>
          <a:ln>
            <a:noFill/>
          </a:ln>
        </p:spPr>
      </p:sp>
      <p:sp>
        <p:nvSpPr>
          <p:cNvPr id="285" name="Google Shape;285;p52"/>
          <p:cNvSpPr>
            <a:spLocks noGrp="1"/>
          </p:cNvSpPr>
          <p:nvPr>
            <p:ph type="pic" idx="9"/>
          </p:nvPr>
        </p:nvSpPr>
        <p:spPr>
          <a:xfrm>
            <a:off x="7949184" y="3060985"/>
            <a:ext cx="3328416" cy="1472184"/>
          </a:xfrm>
          <a:prstGeom prst="rect">
            <a:avLst/>
          </a:prstGeom>
          <a:solidFill>
            <a:srgbClr val="F2F2F2"/>
          </a:solidFill>
          <a:ln>
            <a:noFill/>
          </a:ln>
        </p:spPr>
      </p:sp>
      <p:sp>
        <p:nvSpPr>
          <p:cNvPr id="286" name="Google Shape;286;p52"/>
          <p:cNvSpPr txBox="1">
            <a:spLocks noGrp="1"/>
          </p:cNvSpPr>
          <p:nvPr>
            <p:ph type="body" idx="13"/>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Four Grid Text">
  <p:cSld name="Four Grid Text">
    <p:spTree>
      <p:nvGrpSpPr>
        <p:cNvPr id="1" name="Shape 287"/>
        <p:cNvGrpSpPr/>
        <p:nvPr/>
      </p:nvGrpSpPr>
      <p:grpSpPr>
        <a:xfrm>
          <a:off x="0" y="0"/>
          <a:ext cx="0" cy="0"/>
          <a:chOff x="0" y="0"/>
          <a:chExt cx="0" cy="0"/>
        </a:xfrm>
      </p:grpSpPr>
      <p:sp>
        <p:nvSpPr>
          <p:cNvPr id="288" name="Google Shape;288;p53"/>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9" name="Google Shape;289;p53"/>
          <p:cNvSpPr>
            <a:spLocks noGrp="1"/>
          </p:cNvSpPr>
          <p:nvPr>
            <p:ph type="pic" idx="2"/>
          </p:nvPr>
        </p:nvSpPr>
        <p:spPr>
          <a:xfrm>
            <a:off x="915925" y="1397000"/>
            <a:ext cx="5085589" cy="1472184"/>
          </a:xfrm>
          <a:prstGeom prst="rect">
            <a:avLst/>
          </a:prstGeom>
          <a:solidFill>
            <a:srgbClr val="F2F2F2"/>
          </a:solidFill>
          <a:ln>
            <a:noFill/>
          </a:ln>
        </p:spPr>
      </p:sp>
      <p:sp>
        <p:nvSpPr>
          <p:cNvPr id="290" name="Google Shape;290;p53"/>
          <p:cNvSpPr>
            <a:spLocks noGrp="1"/>
          </p:cNvSpPr>
          <p:nvPr>
            <p:ph type="pic" idx="3"/>
          </p:nvPr>
        </p:nvSpPr>
        <p:spPr>
          <a:xfrm>
            <a:off x="6193536" y="1397000"/>
            <a:ext cx="5085589" cy="1472184"/>
          </a:xfrm>
          <a:prstGeom prst="rect">
            <a:avLst/>
          </a:prstGeom>
          <a:solidFill>
            <a:srgbClr val="F2F2F2"/>
          </a:solidFill>
          <a:ln>
            <a:noFill/>
          </a:ln>
        </p:spPr>
      </p:sp>
      <p:sp>
        <p:nvSpPr>
          <p:cNvPr id="291" name="Google Shape;291;p53"/>
          <p:cNvSpPr txBox="1">
            <a:spLocks noGrp="1"/>
          </p:cNvSpPr>
          <p:nvPr>
            <p:ph type="body" idx="1"/>
          </p:nvPr>
        </p:nvSpPr>
        <p:spPr>
          <a:xfrm>
            <a:off x="914400" y="4704405"/>
            <a:ext cx="5084064" cy="133920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92" name="Google Shape;292;p53"/>
          <p:cNvSpPr txBox="1">
            <a:spLocks noGrp="1"/>
          </p:cNvSpPr>
          <p:nvPr>
            <p:ph type="body" idx="4"/>
          </p:nvPr>
        </p:nvSpPr>
        <p:spPr>
          <a:xfrm>
            <a:off x="6193536" y="4704405"/>
            <a:ext cx="5084064" cy="133920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293" name="Google Shape;293;p53"/>
          <p:cNvSpPr>
            <a:spLocks noGrp="1"/>
          </p:cNvSpPr>
          <p:nvPr>
            <p:ph type="pic" idx="5"/>
          </p:nvPr>
        </p:nvSpPr>
        <p:spPr>
          <a:xfrm>
            <a:off x="915925" y="3060985"/>
            <a:ext cx="5085589" cy="1472184"/>
          </a:xfrm>
          <a:prstGeom prst="rect">
            <a:avLst/>
          </a:prstGeom>
          <a:solidFill>
            <a:srgbClr val="F2F2F2"/>
          </a:solidFill>
          <a:ln>
            <a:noFill/>
          </a:ln>
        </p:spPr>
      </p:sp>
      <p:sp>
        <p:nvSpPr>
          <p:cNvPr id="294" name="Google Shape;294;p53"/>
          <p:cNvSpPr>
            <a:spLocks noGrp="1"/>
          </p:cNvSpPr>
          <p:nvPr>
            <p:ph type="pic" idx="6"/>
          </p:nvPr>
        </p:nvSpPr>
        <p:spPr>
          <a:xfrm>
            <a:off x="6193536" y="3060985"/>
            <a:ext cx="5085589" cy="1472184"/>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our Grid Text Subtitle">
  <p:cSld name="Four Grid Text Subtitle">
    <p:spTree>
      <p:nvGrpSpPr>
        <p:cNvPr id="1" name="Shape 295"/>
        <p:cNvGrpSpPr/>
        <p:nvPr/>
      </p:nvGrpSpPr>
      <p:grpSpPr>
        <a:xfrm>
          <a:off x="0" y="0"/>
          <a:ext cx="0" cy="0"/>
          <a:chOff x="0" y="0"/>
          <a:chExt cx="0" cy="0"/>
        </a:xfrm>
      </p:grpSpPr>
      <p:sp>
        <p:nvSpPr>
          <p:cNvPr id="296" name="Google Shape;296;p54"/>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7" name="Google Shape;297;p54"/>
          <p:cNvSpPr>
            <a:spLocks noGrp="1"/>
          </p:cNvSpPr>
          <p:nvPr>
            <p:ph type="pic" idx="2"/>
          </p:nvPr>
        </p:nvSpPr>
        <p:spPr>
          <a:xfrm>
            <a:off x="915925" y="1397000"/>
            <a:ext cx="5085589" cy="1472184"/>
          </a:xfrm>
          <a:prstGeom prst="rect">
            <a:avLst/>
          </a:prstGeom>
          <a:solidFill>
            <a:srgbClr val="F2F2F2"/>
          </a:solidFill>
          <a:ln>
            <a:noFill/>
          </a:ln>
        </p:spPr>
      </p:sp>
      <p:sp>
        <p:nvSpPr>
          <p:cNvPr id="298" name="Google Shape;298;p54"/>
          <p:cNvSpPr>
            <a:spLocks noGrp="1"/>
          </p:cNvSpPr>
          <p:nvPr>
            <p:ph type="pic" idx="3"/>
          </p:nvPr>
        </p:nvSpPr>
        <p:spPr>
          <a:xfrm>
            <a:off x="6193536" y="1397000"/>
            <a:ext cx="5085589" cy="1472184"/>
          </a:xfrm>
          <a:prstGeom prst="rect">
            <a:avLst/>
          </a:prstGeom>
          <a:solidFill>
            <a:srgbClr val="F2F2F2"/>
          </a:solidFill>
          <a:ln>
            <a:noFill/>
          </a:ln>
        </p:spPr>
      </p:sp>
      <p:sp>
        <p:nvSpPr>
          <p:cNvPr id="299" name="Google Shape;299;p54"/>
          <p:cNvSpPr txBox="1">
            <a:spLocks noGrp="1"/>
          </p:cNvSpPr>
          <p:nvPr>
            <p:ph type="body" idx="1"/>
          </p:nvPr>
        </p:nvSpPr>
        <p:spPr>
          <a:xfrm>
            <a:off x="914400" y="4704405"/>
            <a:ext cx="5084064" cy="133920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00" name="Google Shape;300;p54"/>
          <p:cNvSpPr txBox="1">
            <a:spLocks noGrp="1"/>
          </p:cNvSpPr>
          <p:nvPr>
            <p:ph type="body" idx="4"/>
          </p:nvPr>
        </p:nvSpPr>
        <p:spPr>
          <a:xfrm>
            <a:off x="6193536" y="4704405"/>
            <a:ext cx="5084064" cy="133920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01" name="Google Shape;301;p54"/>
          <p:cNvSpPr>
            <a:spLocks noGrp="1"/>
          </p:cNvSpPr>
          <p:nvPr>
            <p:ph type="pic" idx="5"/>
          </p:nvPr>
        </p:nvSpPr>
        <p:spPr>
          <a:xfrm>
            <a:off x="915925" y="3060985"/>
            <a:ext cx="5085589" cy="1472184"/>
          </a:xfrm>
          <a:prstGeom prst="rect">
            <a:avLst/>
          </a:prstGeom>
          <a:solidFill>
            <a:srgbClr val="F2F2F2"/>
          </a:solidFill>
          <a:ln>
            <a:noFill/>
          </a:ln>
        </p:spPr>
      </p:sp>
      <p:sp>
        <p:nvSpPr>
          <p:cNvPr id="302" name="Google Shape;302;p54"/>
          <p:cNvSpPr>
            <a:spLocks noGrp="1"/>
          </p:cNvSpPr>
          <p:nvPr>
            <p:ph type="pic" idx="6"/>
          </p:nvPr>
        </p:nvSpPr>
        <p:spPr>
          <a:xfrm>
            <a:off x="6193536" y="3060985"/>
            <a:ext cx="5085589" cy="1472184"/>
          </a:xfrm>
          <a:prstGeom prst="rect">
            <a:avLst/>
          </a:prstGeom>
          <a:solidFill>
            <a:srgbClr val="F2F2F2"/>
          </a:solidFill>
          <a:ln>
            <a:noFill/>
          </a:ln>
        </p:spPr>
      </p:sp>
      <p:sp>
        <p:nvSpPr>
          <p:cNvPr id="303" name="Google Shape;303;p54"/>
          <p:cNvSpPr txBox="1">
            <a:spLocks noGrp="1"/>
          </p:cNvSpPr>
          <p:nvPr>
            <p:ph type="body" idx="7"/>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Four Bar">
  <p:cSld name="Four Bar">
    <p:spTree>
      <p:nvGrpSpPr>
        <p:cNvPr id="1" name="Shape 304"/>
        <p:cNvGrpSpPr/>
        <p:nvPr/>
      </p:nvGrpSpPr>
      <p:grpSpPr>
        <a:xfrm>
          <a:off x="0" y="0"/>
          <a:ext cx="0" cy="0"/>
          <a:chOff x="0" y="0"/>
          <a:chExt cx="0" cy="0"/>
        </a:xfrm>
      </p:grpSpPr>
      <p:sp>
        <p:nvSpPr>
          <p:cNvPr id="305" name="Google Shape;305;p55"/>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6" name="Google Shape;306;p55"/>
          <p:cNvSpPr>
            <a:spLocks noGrp="1"/>
          </p:cNvSpPr>
          <p:nvPr>
            <p:ph type="pic" idx="2"/>
          </p:nvPr>
        </p:nvSpPr>
        <p:spPr>
          <a:xfrm>
            <a:off x="914400" y="1396999"/>
            <a:ext cx="2438400" cy="4266109"/>
          </a:xfrm>
          <a:prstGeom prst="rect">
            <a:avLst/>
          </a:prstGeom>
          <a:solidFill>
            <a:srgbClr val="F2F2F2"/>
          </a:solidFill>
          <a:ln>
            <a:noFill/>
          </a:ln>
        </p:spPr>
      </p:sp>
      <p:sp>
        <p:nvSpPr>
          <p:cNvPr id="307" name="Google Shape;307;p55"/>
          <p:cNvSpPr>
            <a:spLocks noGrp="1"/>
          </p:cNvSpPr>
          <p:nvPr>
            <p:ph type="pic" idx="3"/>
          </p:nvPr>
        </p:nvSpPr>
        <p:spPr>
          <a:xfrm>
            <a:off x="3556000" y="1396999"/>
            <a:ext cx="2438400" cy="4266109"/>
          </a:xfrm>
          <a:prstGeom prst="rect">
            <a:avLst/>
          </a:prstGeom>
          <a:solidFill>
            <a:srgbClr val="F2F2F2"/>
          </a:solidFill>
          <a:ln>
            <a:noFill/>
          </a:ln>
        </p:spPr>
      </p:sp>
      <p:sp>
        <p:nvSpPr>
          <p:cNvPr id="308" name="Google Shape;308;p55"/>
          <p:cNvSpPr>
            <a:spLocks noGrp="1"/>
          </p:cNvSpPr>
          <p:nvPr>
            <p:ph type="pic" idx="4"/>
          </p:nvPr>
        </p:nvSpPr>
        <p:spPr>
          <a:xfrm>
            <a:off x="6197600" y="1396999"/>
            <a:ext cx="2438400" cy="4266109"/>
          </a:xfrm>
          <a:prstGeom prst="rect">
            <a:avLst/>
          </a:prstGeom>
          <a:solidFill>
            <a:srgbClr val="F2F2F2"/>
          </a:solidFill>
          <a:ln>
            <a:noFill/>
          </a:ln>
        </p:spPr>
      </p:sp>
      <p:sp>
        <p:nvSpPr>
          <p:cNvPr id="309" name="Google Shape;309;p55"/>
          <p:cNvSpPr>
            <a:spLocks noGrp="1"/>
          </p:cNvSpPr>
          <p:nvPr>
            <p:ph type="pic" idx="5"/>
          </p:nvPr>
        </p:nvSpPr>
        <p:spPr>
          <a:xfrm>
            <a:off x="8839200" y="1396999"/>
            <a:ext cx="2438400" cy="4266109"/>
          </a:xfrm>
          <a:prstGeom prst="rect">
            <a:avLst/>
          </a:prstGeom>
          <a:solidFill>
            <a:srgbClr val="F2F2F2"/>
          </a:solidFill>
          <a:ln>
            <a:noFill/>
          </a:ln>
        </p:spPr>
      </p:sp>
      <p:sp>
        <p:nvSpPr>
          <p:cNvPr id="310" name="Google Shape;310;p55"/>
          <p:cNvSpPr txBox="1">
            <a:spLocks noGrp="1"/>
          </p:cNvSpPr>
          <p:nvPr>
            <p:ph type="body" idx="1"/>
          </p:nvPr>
        </p:nvSpPr>
        <p:spPr>
          <a:xfrm>
            <a:off x="914400" y="4296581"/>
            <a:ext cx="2441448" cy="1366528"/>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11" name="Google Shape;311;p55"/>
          <p:cNvSpPr txBox="1">
            <a:spLocks noGrp="1"/>
          </p:cNvSpPr>
          <p:nvPr>
            <p:ph type="body" idx="6"/>
          </p:nvPr>
        </p:nvSpPr>
        <p:spPr>
          <a:xfrm>
            <a:off x="3554984" y="4296581"/>
            <a:ext cx="2441448" cy="1366528"/>
          </a:xfrm>
          <a:prstGeom prst="rect">
            <a:avLst/>
          </a:prstGeom>
          <a:solidFill>
            <a:schemeClr val="accent3"/>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12" name="Google Shape;312;p55"/>
          <p:cNvSpPr txBox="1">
            <a:spLocks noGrp="1"/>
          </p:cNvSpPr>
          <p:nvPr>
            <p:ph type="body" idx="7"/>
          </p:nvPr>
        </p:nvSpPr>
        <p:spPr>
          <a:xfrm>
            <a:off x="6195568" y="4296581"/>
            <a:ext cx="2441448" cy="1366528"/>
          </a:xfrm>
          <a:prstGeom prst="rect">
            <a:avLst/>
          </a:prstGeom>
          <a:solidFill>
            <a:schemeClr val="accent5"/>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13" name="Google Shape;313;p55"/>
          <p:cNvSpPr txBox="1">
            <a:spLocks noGrp="1"/>
          </p:cNvSpPr>
          <p:nvPr>
            <p:ph type="body" idx="8"/>
          </p:nvPr>
        </p:nvSpPr>
        <p:spPr>
          <a:xfrm>
            <a:off x="8836152" y="4296581"/>
            <a:ext cx="2441448" cy="1366528"/>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our Bar Subtitle">
  <p:cSld name="Four Bar Subtitle">
    <p:spTree>
      <p:nvGrpSpPr>
        <p:cNvPr id="1" name="Shape 314"/>
        <p:cNvGrpSpPr/>
        <p:nvPr/>
      </p:nvGrpSpPr>
      <p:grpSpPr>
        <a:xfrm>
          <a:off x="0" y="0"/>
          <a:ext cx="0" cy="0"/>
          <a:chOff x="0" y="0"/>
          <a:chExt cx="0" cy="0"/>
        </a:xfrm>
      </p:grpSpPr>
      <p:sp>
        <p:nvSpPr>
          <p:cNvPr id="315" name="Google Shape;315;p56"/>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6" name="Google Shape;316;p56"/>
          <p:cNvSpPr>
            <a:spLocks noGrp="1"/>
          </p:cNvSpPr>
          <p:nvPr>
            <p:ph type="pic" idx="2"/>
          </p:nvPr>
        </p:nvSpPr>
        <p:spPr>
          <a:xfrm>
            <a:off x="914400" y="1396999"/>
            <a:ext cx="2438400" cy="4266109"/>
          </a:xfrm>
          <a:prstGeom prst="rect">
            <a:avLst/>
          </a:prstGeom>
          <a:solidFill>
            <a:srgbClr val="F2F2F2"/>
          </a:solidFill>
          <a:ln>
            <a:noFill/>
          </a:ln>
        </p:spPr>
      </p:sp>
      <p:sp>
        <p:nvSpPr>
          <p:cNvPr id="317" name="Google Shape;317;p56"/>
          <p:cNvSpPr>
            <a:spLocks noGrp="1"/>
          </p:cNvSpPr>
          <p:nvPr>
            <p:ph type="pic" idx="3"/>
          </p:nvPr>
        </p:nvSpPr>
        <p:spPr>
          <a:xfrm>
            <a:off x="3556000" y="1396999"/>
            <a:ext cx="2438400" cy="4266109"/>
          </a:xfrm>
          <a:prstGeom prst="rect">
            <a:avLst/>
          </a:prstGeom>
          <a:solidFill>
            <a:srgbClr val="F2F2F2"/>
          </a:solidFill>
          <a:ln>
            <a:noFill/>
          </a:ln>
        </p:spPr>
      </p:sp>
      <p:sp>
        <p:nvSpPr>
          <p:cNvPr id="318" name="Google Shape;318;p56"/>
          <p:cNvSpPr>
            <a:spLocks noGrp="1"/>
          </p:cNvSpPr>
          <p:nvPr>
            <p:ph type="pic" idx="4"/>
          </p:nvPr>
        </p:nvSpPr>
        <p:spPr>
          <a:xfrm>
            <a:off x="6197600" y="1396999"/>
            <a:ext cx="2438400" cy="4266109"/>
          </a:xfrm>
          <a:prstGeom prst="rect">
            <a:avLst/>
          </a:prstGeom>
          <a:solidFill>
            <a:srgbClr val="F2F2F2"/>
          </a:solidFill>
          <a:ln>
            <a:noFill/>
          </a:ln>
        </p:spPr>
      </p:sp>
      <p:sp>
        <p:nvSpPr>
          <p:cNvPr id="319" name="Google Shape;319;p56"/>
          <p:cNvSpPr>
            <a:spLocks noGrp="1"/>
          </p:cNvSpPr>
          <p:nvPr>
            <p:ph type="pic" idx="5"/>
          </p:nvPr>
        </p:nvSpPr>
        <p:spPr>
          <a:xfrm>
            <a:off x="8839200" y="1396999"/>
            <a:ext cx="2438400" cy="4266109"/>
          </a:xfrm>
          <a:prstGeom prst="rect">
            <a:avLst/>
          </a:prstGeom>
          <a:solidFill>
            <a:srgbClr val="F2F2F2"/>
          </a:solidFill>
          <a:ln>
            <a:noFill/>
          </a:ln>
        </p:spPr>
      </p:sp>
      <p:sp>
        <p:nvSpPr>
          <p:cNvPr id="320" name="Google Shape;320;p56"/>
          <p:cNvSpPr txBox="1">
            <a:spLocks noGrp="1"/>
          </p:cNvSpPr>
          <p:nvPr>
            <p:ph type="body" idx="1"/>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21" name="Google Shape;321;p56"/>
          <p:cNvSpPr txBox="1">
            <a:spLocks noGrp="1"/>
          </p:cNvSpPr>
          <p:nvPr>
            <p:ph type="body" idx="6"/>
          </p:nvPr>
        </p:nvSpPr>
        <p:spPr>
          <a:xfrm>
            <a:off x="914400" y="4296581"/>
            <a:ext cx="2441448" cy="1366528"/>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22" name="Google Shape;322;p56"/>
          <p:cNvSpPr txBox="1">
            <a:spLocks noGrp="1"/>
          </p:cNvSpPr>
          <p:nvPr>
            <p:ph type="body" idx="7"/>
          </p:nvPr>
        </p:nvSpPr>
        <p:spPr>
          <a:xfrm>
            <a:off x="3554984" y="4296581"/>
            <a:ext cx="2441448" cy="1366528"/>
          </a:xfrm>
          <a:prstGeom prst="rect">
            <a:avLst/>
          </a:prstGeom>
          <a:solidFill>
            <a:schemeClr val="accent3"/>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23" name="Google Shape;323;p56"/>
          <p:cNvSpPr txBox="1">
            <a:spLocks noGrp="1"/>
          </p:cNvSpPr>
          <p:nvPr>
            <p:ph type="body" idx="8"/>
          </p:nvPr>
        </p:nvSpPr>
        <p:spPr>
          <a:xfrm>
            <a:off x="6195568" y="4296581"/>
            <a:ext cx="2441448" cy="1366528"/>
          </a:xfrm>
          <a:prstGeom prst="rect">
            <a:avLst/>
          </a:prstGeom>
          <a:solidFill>
            <a:schemeClr val="accent5"/>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24" name="Google Shape;324;p56"/>
          <p:cNvSpPr txBox="1">
            <a:spLocks noGrp="1"/>
          </p:cNvSpPr>
          <p:nvPr>
            <p:ph type="body" idx="9"/>
          </p:nvPr>
        </p:nvSpPr>
        <p:spPr>
          <a:xfrm>
            <a:off x="8836152" y="4296581"/>
            <a:ext cx="2441448" cy="1366528"/>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ree Bar">
  <p:cSld name="Three Bar">
    <p:spTree>
      <p:nvGrpSpPr>
        <p:cNvPr id="1" name="Shape 325"/>
        <p:cNvGrpSpPr/>
        <p:nvPr/>
      </p:nvGrpSpPr>
      <p:grpSpPr>
        <a:xfrm>
          <a:off x="0" y="0"/>
          <a:ext cx="0" cy="0"/>
          <a:chOff x="0" y="0"/>
          <a:chExt cx="0" cy="0"/>
        </a:xfrm>
      </p:grpSpPr>
      <p:sp>
        <p:nvSpPr>
          <p:cNvPr id="326" name="Google Shape;326;p57"/>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7" name="Google Shape;327;p57"/>
          <p:cNvSpPr>
            <a:spLocks noGrp="1"/>
          </p:cNvSpPr>
          <p:nvPr>
            <p:ph type="pic" idx="2"/>
          </p:nvPr>
        </p:nvSpPr>
        <p:spPr>
          <a:xfrm>
            <a:off x="914400" y="1396999"/>
            <a:ext cx="3328416" cy="4266109"/>
          </a:xfrm>
          <a:prstGeom prst="rect">
            <a:avLst/>
          </a:prstGeom>
          <a:solidFill>
            <a:srgbClr val="F2F2F2"/>
          </a:solidFill>
          <a:ln>
            <a:noFill/>
          </a:ln>
        </p:spPr>
      </p:sp>
      <p:sp>
        <p:nvSpPr>
          <p:cNvPr id="328" name="Google Shape;328;p57"/>
          <p:cNvSpPr>
            <a:spLocks noGrp="1"/>
          </p:cNvSpPr>
          <p:nvPr>
            <p:ph type="pic" idx="3"/>
          </p:nvPr>
        </p:nvSpPr>
        <p:spPr>
          <a:xfrm>
            <a:off x="4431792" y="1396999"/>
            <a:ext cx="3328416" cy="4266109"/>
          </a:xfrm>
          <a:prstGeom prst="rect">
            <a:avLst/>
          </a:prstGeom>
          <a:solidFill>
            <a:srgbClr val="F2F2F2"/>
          </a:solidFill>
          <a:ln>
            <a:noFill/>
          </a:ln>
        </p:spPr>
      </p:sp>
      <p:sp>
        <p:nvSpPr>
          <p:cNvPr id="329" name="Google Shape;329;p57"/>
          <p:cNvSpPr>
            <a:spLocks noGrp="1"/>
          </p:cNvSpPr>
          <p:nvPr>
            <p:ph type="pic" idx="4"/>
          </p:nvPr>
        </p:nvSpPr>
        <p:spPr>
          <a:xfrm>
            <a:off x="7949184" y="1396999"/>
            <a:ext cx="3328416" cy="4266109"/>
          </a:xfrm>
          <a:prstGeom prst="rect">
            <a:avLst/>
          </a:prstGeom>
          <a:solidFill>
            <a:srgbClr val="F2F2F2"/>
          </a:solidFill>
          <a:ln>
            <a:noFill/>
          </a:ln>
        </p:spPr>
      </p:sp>
      <p:sp>
        <p:nvSpPr>
          <p:cNvPr id="330" name="Google Shape;330;p57"/>
          <p:cNvSpPr txBox="1">
            <a:spLocks noGrp="1"/>
          </p:cNvSpPr>
          <p:nvPr>
            <p:ph type="body" idx="1"/>
          </p:nvPr>
        </p:nvSpPr>
        <p:spPr>
          <a:xfrm>
            <a:off x="914400" y="4604358"/>
            <a:ext cx="3328416" cy="1058751"/>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31" name="Google Shape;331;p57"/>
          <p:cNvSpPr txBox="1">
            <a:spLocks noGrp="1"/>
          </p:cNvSpPr>
          <p:nvPr>
            <p:ph type="body" idx="5"/>
          </p:nvPr>
        </p:nvSpPr>
        <p:spPr>
          <a:xfrm>
            <a:off x="4431792" y="4604358"/>
            <a:ext cx="3328416" cy="1058751"/>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32" name="Google Shape;332;p57"/>
          <p:cNvSpPr txBox="1">
            <a:spLocks noGrp="1"/>
          </p:cNvSpPr>
          <p:nvPr>
            <p:ph type="body" idx="6"/>
          </p:nvPr>
        </p:nvSpPr>
        <p:spPr>
          <a:xfrm>
            <a:off x="7949184" y="4604358"/>
            <a:ext cx="3328416" cy="1058751"/>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Bar Subtitle">
  <p:cSld name="Three Bar Subtitle">
    <p:spTree>
      <p:nvGrpSpPr>
        <p:cNvPr id="1" name="Shape 333"/>
        <p:cNvGrpSpPr/>
        <p:nvPr/>
      </p:nvGrpSpPr>
      <p:grpSpPr>
        <a:xfrm>
          <a:off x="0" y="0"/>
          <a:ext cx="0" cy="0"/>
          <a:chOff x="0" y="0"/>
          <a:chExt cx="0" cy="0"/>
        </a:xfrm>
      </p:grpSpPr>
      <p:sp>
        <p:nvSpPr>
          <p:cNvPr id="334" name="Google Shape;334;p5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5" name="Google Shape;335;p58"/>
          <p:cNvSpPr>
            <a:spLocks noGrp="1"/>
          </p:cNvSpPr>
          <p:nvPr>
            <p:ph type="pic" idx="2"/>
          </p:nvPr>
        </p:nvSpPr>
        <p:spPr>
          <a:xfrm>
            <a:off x="914400" y="1396999"/>
            <a:ext cx="3328416" cy="4266109"/>
          </a:xfrm>
          <a:prstGeom prst="rect">
            <a:avLst/>
          </a:prstGeom>
          <a:solidFill>
            <a:srgbClr val="F2F2F2"/>
          </a:solidFill>
          <a:ln>
            <a:noFill/>
          </a:ln>
        </p:spPr>
      </p:sp>
      <p:sp>
        <p:nvSpPr>
          <p:cNvPr id="336" name="Google Shape;336;p58"/>
          <p:cNvSpPr>
            <a:spLocks noGrp="1"/>
          </p:cNvSpPr>
          <p:nvPr>
            <p:ph type="pic" idx="3"/>
          </p:nvPr>
        </p:nvSpPr>
        <p:spPr>
          <a:xfrm>
            <a:off x="4431792" y="1396999"/>
            <a:ext cx="3328416" cy="4266109"/>
          </a:xfrm>
          <a:prstGeom prst="rect">
            <a:avLst/>
          </a:prstGeom>
          <a:solidFill>
            <a:srgbClr val="F2F2F2"/>
          </a:solidFill>
          <a:ln>
            <a:noFill/>
          </a:ln>
        </p:spPr>
      </p:sp>
      <p:sp>
        <p:nvSpPr>
          <p:cNvPr id="337" name="Google Shape;337;p58"/>
          <p:cNvSpPr>
            <a:spLocks noGrp="1"/>
          </p:cNvSpPr>
          <p:nvPr>
            <p:ph type="pic" idx="4"/>
          </p:nvPr>
        </p:nvSpPr>
        <p:spPr>
          <a:xfrm>
            <a:off x="7949184" y="1396999"/>
            <a:ext cx="3328416" cy="4266109"/>
          </a:xfrm>
          <a:prstGeom prst="rect">
            <a:avLst/>
          </a:prstGeom>
          <a:solidFill>
            <a:srgbClr val="F2F2F2"/>
          </a:solidFill>
          <a:ln>
            <a:noFill/>
          </a:ln>
        </p:spPr>
      </p:sp>
      <p:sp>
        <p:nvSpPr>
          <p:cNvPr id="338" name="Google Shape;338;p58"/>
          <p:cNvSpPr txBox="1">
            <a:spLocks noGrp="1"/>
          </p:cNvSpPr>
          <p:nvPr>
            <p:ph type="body" idx="1"/>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39" name="Google Shape;339;p58"/>
          <p:cNvSpPr txBox="1">
            <a:spLocks noGrp="1"/>
          </p:cNvSpPr>
          <p:nvPr>
            <p:ph type="body" idx="5"/>
          </p:nvPr>
        </p:nvSpPr>
        <p:spPr>
          <a:xfrm>
            <a:off x="914400" y="4604358"/>
            <a:ext cx="3328416" cy="1058751"/>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40" name="Google Shape;340;p58"/>
          <p:cNvSpPr txBox="1">
            <a:spLocks noGrp="1"/>
          </p:cNvSpPr>
          <p:nvPr>
            <p:ph type="body" idx="6"/>
          </p:nvPr>
        </p:nvSpPr>
        <p:spPr>
          <a:xfrm>
            <a:off x="4431792" y="4604358"/>
            <a:ext cx="3328416" cy="1058751"/>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41" name="Google Shape;341;p58"/>
          <p:cNvSpPr txBox="1">
            <a:spLocks noGrp="1"/>
          </p:cNvSpPr>
          <p:nvPr>
            <p:ph type="body" idx="7"/>
          </p:nvPr>
        </p:nvSpPr>
        <p:spPr>
          <a:xfrm>
            <a:off x="7949184" y="4604358"/>
            <a:ext cx="3328416" cy="1058751"/>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2 Bar Subtitle">
  <p:cSld name="2 Bar Subtitle">
    <p:spTree>
      <p:nvGrpSpPr>
        <p:cNvPr id="1" name="Shape 342"/>
        <p:cNvGrpSpPr/>
        <p:nvPr/>
      </p:nvGrpSpPr>
      <p:grpSpPr>
        <a:xfrm>
          <a:off x="0" y="0"/>
          <a:ext cx="0" cy="0"/>
          <a:chOff x="0" y="0"/>
          <a:chExt cx="0" cy="0"/>
        </a:xfrm>
      </p:grpSpPr>
      <p:sp>
        <p:nvSpPr>
          <p:cNvPr id="343" name="Google Shape;343;p59"/>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4" name="Google Shape;344;p59"/>
          <p:cNvSpPr>
            <a:spLocks noGrp="1"/>
          </p:cNvSpPr>
          <p:nvPr>
            <p:ph type="pic" idx="2"/>
          </p:nvPr>
        </p:nvSpPr>
        <p:spPr>
          <a:xfrm>
            <a:off x="914400" y="1396999"/>
            <a:ext cx="5085589" cy="4266109"/>
          </a:xfrm>
          <a:prstGeom prst="rect">
            <a:avLst/>
          </a:prstGeom>
          <a:solidFill>
            <a:srgbClr val="F2F2F2"/>
          </a:solidFill>
          <a:ln>
            <a:noFill/>
          </a:ln>
        </p:spPr>
      </p:sp>
      <p:sp>
        <p:nvSpPr>
          <p:cNvPr id="345" name="Google Shape;345;p59"/>
          <p:cNvSpPr>
            <a:spLocks noGrp="1"/>
          </p:cNvSpPr>
          <p:nvPr>
            <p:ph type="pic" idx="3"/>
          </p:nvPr>
        </p:nvSpPr>
        <p:spPr>
          <a:xfrm>
            <a:off x="6192011" y="1396999"/>
            <a:ext cx="5085589" cy="4266109"/>
          </a:xfrm>
          <a:prstGeom prst="rect">
            <a:avLst/>
          </a:prstGeom>
          <a:solidFill>
            <a:srgbClr val="F2F2F2"/>
          </a:solidFill>
          <a:ln>
            <a:noFill/>
          </a:ln>
        </p:spPr>
      </p:sp>
      <p:sp>
        <p:nvSpPr>
          <p:cNvPr id="346" name="Google Shape;346;p59"/>
          <p:cNvSpPr txBox="1">
            <a:spLocks noGrp="1"/>
          </p:cNvSpPr>
          <p:nvPr>
            <p:ph type="body" idx="1"/>
          </p:nvPr>
        </p:nvSpPr>
        <p:spPr>
          <a:xfrm>
            <a:off x="914400" y="4912134"/>
            <a:ext cx="5084064" cy="750975"/>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47" name="Google Shape;347;p59"/>
          <p:cNvSpPr txBox="1">
            <a:spLocks noGrp="1"/>
          </p:cNvSpPr>
          <p:nvPr>
            <p:ph type="body" idx="4"/>
          </p:nvPr>
        </p:nvSpPr>
        <p:spPr>
          <a:xfrm>
            <a:off x="6193536" y="4912134"/>
            <a:ext cx="5084064" cy="750975"/>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48" name="Google Shape;348;p59"/>
          <p:cNvSpPr txBox="1">
            <a:spLocks noGrp="1"/>
          </p:cNvSpPr>
          <p:nvPr>
            <p:ph type="body" idx="5"/>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Bar">
  <p:cSld name="Two Bar">
    <p:spTree>
      <p:nvGrpSpPr>
        <p:cNvPr id="1" name="Shape 349"/>
        <p:cNvGrpSpPr/>
        <p:nvPr/>
      </p:nvGrpSpPr>
      <p:grpSpPr>
        <a:xfrm>
          <a:off x="0" y="0"/>
          <a:ext cx="0" cy="0"/>
          <a:chOff x="0" y="0"/>
          <a:chExt cx="0" cy="0"/>
        </a:xfrm>
      </p:grpSpPr>
      <p:sp>
        <p:nvSpPr>
          <p:cNvPr id="350" name="Google Shape;350;p60"/>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1" name="Google Shape;351;p60"/>
          <p:cNvSpPr>
            <a:spLocks noGrp="1"/>
          </p:cNvSpPr>
          <p:nvPr>
            <p:ph type="pic" idx="2"/>
          </p:nvPr>
        </p:nvSpPr>
        <p:spPr>
          <a:xfrm>
            <a:off x="914400" y="1396999"/>
            <a:ext cx="5085589" cy="4266109"/>
          </a:xfrm>
          <a:prstGeom prst="rect">
            <a:avLst/>
          </a:prstGeom>
          <a:solidFill>
            <a:srgbClr val="F2F2F2"/>
          </a:solidFill>
          <a:ln>
            <a:noFill/>
          </a:ln>
        </p:spPr>
      </p:sp>
      <p:sp>
        <p:nvSpPr>
          <p:cNvPr id="352" name="Google Shape;352;p60"/>
          <p:cNvSpPr>
            <a:spLocks noGrp="1"/>
          </p:cNvSpPr>
          <p:nvPr>
            <p:ph type="pic" idx="3"/>
          </p:nvPr>
        </p:nvSpPr>
        <p:spPr>
          <a:xfrm>
            <a:off x="6192011" y="1396999"/>
            <a:ext cx="5085589" cy="4266109"/>
          </a:xfrm>
          <a:prstGeom prst="rect">
            <a:avLst/>
          </a:prstGeom>
          <a:solidFill>
            <a:srgbClr val="F2F2F2"/>
          </a:solidFill>
          <a:ln>
            <a:noFill/>
          </a:ln>
        </p:spPr>
      </p:sp>
      <p:sp>
        <p:nvSpPr>
          <p:cNvPr id="353" name="Google Shape;353;p60"/>
          <p:cNvSpPr txBox="1">
            <a:spLocks noGrp="1"/>
          </p:cNvSpPr>
          <p:nvPr>
            <p:ph type="body" idx="1"/>
          </p:nvPr>
        </p:nvSpPr>
        <p:spPr>
          <a:xfrm>
            <a:off x="914400" y="4912134"/>
            <a:ext cx="5084064" cy="750975"/>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54" name="Google Shape;354;p60"/>
          <p:cNvSpPr txBox="1">
            <a:spLocks noGrp="1"/>
          </p:cNvSpPr>
          <p:nvPr>
            <p:ph type="body" idx="4"/>
          </p:nvPr>
        </p:nvSpPr>
        <p:spPr>
          <a:xfrm>
            <a:off x="6193536" y="4912134"/>
            <a:ext cx="5084064" cy="750975"/>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 Bar Text">
  <p:cSld name="4 Bar Text">
    <p:spTree>
      <p:nvGrpSpPr>
        <p:cNvPr id="1" name="Shape 355"/>
        <p:cNvGrpSpPr/>
        <p:nvPr/>
      </p:nvGrpSpPr>
      <p:grpSpPr>
        <a:xfrm>
          <a:off x="0" y="0"/>
          <a:ext cx="0" cy="0"/>
          <a:chOff x="0" y="0"/>
          <a:chExt cx="0" cy="0"/>
        </a:xfrm>
      </p:grpSpPr>
      <p:sp>
        <p:nvSpPr>
          <p:cNvPr id="356" name="Google Shape;356;p61"/>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7" name="Google Shape;357;p61"/>
          <p:cNvSpPr>
            <a:spLocks noGrp="1"/>
          </p:cNvSpPr>
          <p:nvPr>
            <p:ph type="pic" idx="2"/>
          </p:nvPr>
        </p:nvSpPr>
        <p:spPr>
          <a:xfrm>
            <a:off x="914400" y="1397000"/>
            <a:ext cx="2438400" cy="2644068"/>
          </a:xfrm>
          <a:prstGeom prst="rect">
            <a:avLst/>
          </a:prstGeom>
          <a:solidFill>
            <a:srgbClr val="F2F2F2"/>
          </a:solidFill>
          <a:ln>
            <a:noFill/>
          </a:ln>
        </p:spPr>
      </p:sp>
      <p:sp>
        <p:nvSpPr>
          <p:cNvPr id="358" name="Google Shape;358;p61"/>
          <p:cNvSpPr>
            <a:spLocks noGrp="1"/>
          </p:cNvSpPr>
          <p:nvPr>
            <p:ph type="pic" idx="3"/>
          </p:nvPr>
        </p:nvSpPr>
        <p:spPr>
          <a:xfrm>
            <a:off x="3556000" y="1397000"/>
            <a:ext cx="2438400" cy="2644068"/>
          </a:xfrm>
          <a:prstGeom prst="rect">
            <a:avLst/>
          </a:prstGeom>
          <a:solidFill>
            <a:srgbClr val="F2F2F2"/>
          </a:solidFill>
          <a:ln>
            <a:noFill/>
          </a:ln>
        </p:spPr>
      </p:sp>
      <p:sp>
        <p:nvSpPr>
          <p:cNvPr id="359" name="Google Shape;359;p61"/>
          <p:cNvSpPr>
            <a:spLocks noGrp="1"/>
          </p:cNvSpPr>
          <p:nvPr>
            <p:ph type="pic" idx="4"/>
          </p:nvPr>
        </p:nvSpPr>
        <p:spPr>
          <a:xfrm>
            <a:off x="6197600" y="1397000"/>
            <a:ext cx="2438400" cy="2644068"/>
          </a:xfrm>
          <a:prstGeom prst="rect">
            <a:avLst/>
          </a:prstGeom>
          <a:solidFill>
            <a:srgbClr val="F2F2F2"/>
          </a:solidFill>
          <a:ln>
            <a:noFill/>
          </a:ln>
        </p:spPr>
      </p:sp>
      <p:sp>
        <p:nvSpPr>
          <p:cNvPr id="360" name="Google Shape;360;p61"/>
          <p:cNvSpPr>
            <a:spLocks noGrp="1"/>
          </p:cNvSpPr>
          <p:nvPr>
            <p:ph type="pic" idx="5"/>
          </p:nvPr>
        </p:nvSpPr>
        <p:spPr>
          <a:xfrm>
            <a:off x="8839200" y="1397000"/>
            <a:ext cx="2438400" cy="2644068"/>
          </a:xfrm>
          <a:prstGeom prst="rect">
            <a:avLst/>
          </a:prstGeom>
          <a:solidFill>
            <a:srgbClr val="F2F2F2"/>
          </a:solidFill>
          <a:ln>
            <a:noFill/>
          </a:ln>
        </p:spPr>
      </p:sp>
      <p:sp>
        <p:nvSpPr>
          <p:cNvPr id="361" name="Google Shape;361;p61"/>
          <p:cNvSpPr txBox="1">
            <a:spLocks noGrp="1"/>
          </p:cNvSpPr>
          <p:nvPr>
            <p:ph type="body" idx="1"/>
          </p:nvPr>
        </p:nvSpPr>
        <p:spPr>
          <a:xfrm>
            <a:off x="914400" y="2674540"/>
            <a:ext cx="2441448" cy="1366528"/>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2" name="Google Shape;362;p61"/>
          <p:cNvSpPr txBox="1">
            <a:spLocks noGrp="1"/>
          </p:cNvSpPr>
          <p:nvPr>
            <p:ph type="body" idx="6"/>
          </p:nvPr>
        </p:nvSpPr>
        <p:spPr>
          <a:xfrm>
            <a:off x="3554984" y="2674540"/>
            <a:ext cx="2441448" cy="1366528"/>
          </a:xfrm>
          <a:prstGeom prst="rect">
            <a:avLst/>
          </a:prstGeom>
          <a:solidFill>
            <a:schemeClr val="accent3"/>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3" name="Google Shape;363;p61"/>
          <p:cNvSpPr txBox="1">
            <a:spLocks noGrp="1"/>
          </p:cNvSpPr>
          <p:nvPr>
            <p:ph type="body" idx="7"/>
          </p:nvPr>
        </p:nvSpPr>
        <p:spPr>
          <a:xfrm>
            <a:off x="6195568" y="2674540"/>
            <a:ext cx="2441448" cy="1366528"/>
          </a:xfrm>
          <a:prstGeom prst="rect">
            <a:avLst/>
          </a:prstGeom>
          <a:solidFill>
            <a:schemeClr val="accent5"/>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4" name="Google Shape;364;p61"/>
          <p:cNvSpPr txBox="1">
            <a:spLocks noGrp="1"/>
          </p:cNvSpPr>
          <p:nvPr>
            <p:ph type="body" idx="8"/>
          </p:nvPr>
        </p:nvSpPr>
        <p:spPr>
          <a:xfrm>
            <a:off x="8836152" y="2674540"/>
            <a:ext cx="2441448" cy="1366528"/>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5" name="Google Shape;365;p61"/>
          <p:cNvSpPr txBox="1">
            <a:spLocks noGrp="1"/>
          </p:cNvSpPr>
          <p:nvPr>
            <p:ph type="body" idx="9"/>
          </p:nvPr>
        </p:nvSpPr>
        <p:spPr>
          <a:xfrm>
            <a:off x="914400" y="4212305"/>
            <a:ext cx="2441448" cy="171355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6" name="Google Shape;366;p61"/>
          <p:cNvSpPr txBox="1">
            <a:spLocks noGrp="1"/>
          </p:cNvSpPr>
          <p:nvPr>
            <p:ph type="body" idx="13"/>
          </p:nvPr>
        </p:nvSpPr>
        <p:spPr>
          <a:xfrm>
            <a:off x="3554984"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7" name="Google Shape;367;p61"/>
          <p:cNvSpPr txBox="1">
            <a:spLocks noGrp="1"/>
          </p:cNvSpPr>
          <p:nvPr>
            <p:ph type="body" idx="14"/>
          </p:nvPr>
        </p:nvSpPr>
        <p:spPr>
          <a:xfrm>
            <a:off x="6195568"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68" name="Google Shape;368;p61"/>
          <p:cNvSpPr txBox="1">
            <a:spLocks noGrp="1"/>
          </p:cNvSpPr>
          <p:nvPr>
            <p:ph type="body" idx="15"/>
          </p:nvPr>
        </p:nvSpPr>
        <p:spPr>
          <a:xfrm>
            <a:off x="8836152"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4 Bar Text Subtitle">
  <p:cSld name="4 Bar Text Subtitle">
    <p:spTree>
      <p:nvGrpSpPr>
        <p:cNvPr id="1" name="Shape 369"/>
        <p:cNvGrpSpPr/>
        <p:nvPr/>
      </p:nvGrpSpPr>
      <p:grpSpPr>
        <a:xfrm>
          <a:off x="0" y="0"/>
          <a:ext cx="0" cy="0"/>
          <a:chOff x="0" y="0"/>
          <a:chExt cx="0" cy="0"/>
        </a:xfrm>
      </p:grpSpPr>
      <p:sp>
        <p:nvSpPr>
          <p:cNvPr id="370" name="Google Shape;370;p62"/>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1" name="Google Shape;371;p62"/>
          <p:cNvSpPr>
            <a:spLocks noGrp="1"/>
          </p:cNvSpPr>
          <p:nvPr>
            <p:ph type="pic" idx="2"/>
          </p:nvPr>
        </p:nvSpPr>
        <p:spPr>
          <a:xfrm>
            <a:off x="914400" y="1397000"/>
            <a:ext cx="2438400" cy="2644068"/>
          </a:xfrm>
          <a:prstGeom prst="rect">
            <a:avLst/>
          </a:prstGeom>
          <a:solidFill>
            <a:srgbClr val="F2F2F2"/>
          </a:solidFill>
          <a:ln>
            <a:noFill/>
          </a:ln>
        </p:spPr>
      </p:sp>
      <p:sp>
        <p:nvSpPr>
          <p:cNvPr id="372" name="Google Shape;372;p62"/>
          <p:cNvSpPr>
            <a:spLocks noGrp="1"/>
          </p:cNvSpPr>
          <p:nvPr>
            <p:ph type="pic" idx="3"/>
          </p:nvPr>
        </p:nvSpPr>
        <p:spPr>
          <a:xfrm>
            <a:off x="3556000" y="1397000"/>
            <a:ext cx="2438400" cy="2644068"/>
          </a:xfrm>
          <a:prstGeom prst="rect">
            <a:avLst/>
          </a:prstGeom>
          <a:solidFill>
            <a:srgbClr val="F2F2F2"/>
          </a:solidFill>
          <a:ln>
            <a:noFill/>
          </a:ln>
        </p:spPr>
      </p:sp>
      <p:sp>
        <p:nvSpPr>
          <p:cNvPr id="373" name="Google Shape;373;p62"/>
          <p:cNvSpPr>
            <a:spLocks noGrp="1"/>
          </p:cNvSpPr>
          <p:nvPr>
            <p:ph type="pic" idx="4"/>
          </p:nvPr>
        </p:nvSpPr>
        <p:spPr>
          <a:xfrm>
            <a:off x="6197600" y="1397000"/>
            <a:ext cx="2438400" cy="2644068"/>
          </a:xfrm>
          <a:prstGeom prst="rect">
            <a:avLst/>
          </a:prstGeom>
          <a:solidFill>
            <a:srgbClr val="F2F2F2"/>
          </a:solidFill>
          <a:ln>
            <a:noFill/>
          </a:ln>
        </p:spPr>
      </p:sp>
      <p:sp>
        <p:nvSpPr>
          <p:cNvPr id="374" name="Google Shape;374;p62"/>
          <p:cNvSpPr>
            <a:spLocks noGrp="1"/>
          </p:cNvSpPr>
          <p:nvPr>
            <p:ph type="pic" idx="5"/>
          </p:nvPr>
        </p:nvSpPr>
        <p:spPr>
          <a:xfrm>
            <a:off x="8839200" y="1397000"/>
            <a:ext cx="2438400" cy="2644068"/>
          </a:xfrm>
          <a:prstGeom prst="rect">
            <a:avLst/>
          </a:prstGeom>
          <a:solidFill>
            <a:srgbClr val="F2F2F2"/>
          </a:solidFill>
          <a:ln>
            <a:noFill/>
          </a:ln>
        </p:spPr>
      </p:sp>
      <p:sp>
        <p:nvSpPr>
          <p:cNvPr id="375" name="Google Shape;375;p62"/>
          <p:cNvSpPr txBox="1">
            <a:spLocks noGrp="1"/>
          </p:cNvSpPr>
          <p:nvPr>
            <p:ph type="body" idx="1"/>
          </p:nvPr>
        </p:nvSpPr>
        <p:spPr>
          <a:xfrm>
            <a:off x="914400" y="4212305"/>
            <a:ext cx="2441448" cy="171355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76" name="Google Shape;376;p62"/>
          <p:cNvSpPr txBox="1">
            <a:spLocks noGrp="1"/>
          </p:cNvSpPr>
          <p:nvPr>
            <p:ph type="body" idx="6"/>
          </p:nvPr>
        </p:nvSpPr>
        <p:spPr>
          <a:xfrm>
            <a:off x="3554984"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77" name="Google Shape;377;p62"/>
          <p:cNvSpPr txBox="1">
            <a:spLocks noGrp="1"/>
          </p:cNvSpPr>
          <p:nvPr>
            <p:ph type="body" idx="7"/>
          </p:nvPr>
        </p:nvSpPr>
        <p:spPr>
          <a:xfrm>
            <a:off x="6195568"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78" name="Google Shape;378;p62"/>
          <p:cNvSpPr txBox="1">
            <a:spLocks noGrp="1"/>
          </p:cNvSpPr>
          <p:nvPr>
            <p:ph type="body" idx="8"/>
          </p:nvPr>
        </p:nvSpPr>
        <p:spPr>
          <a:xfrm>
            <a:off x="8836152" y="4212305"/>
            <a:ext cx="2441448" cy="171355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79" name="Google Shape;379;p62"/>
          <p:cNvSpPr txBox="1">
            <a:spLocks noGrp="1"/>
          </p:cNvSpPr>
          <p:nvPr>
            <p:ph type="body" idx="9"/>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80" name="Google Shape;380;p62"/>
          <p:cNvSpPr txBox="1">
            <a:spLocks noGrp="1"/>
          </p:cNvSpPr>
          <p:nvPr>
            <p:ph type="body" idx="13"/>
          </p:nvPr>
        </p:nvSpPr>
        <p:spPr>
          <a:xfrm>
            <a:off x="914400" y="2674540"/>
            <a:ext cx="2441448" cy="1366528"/>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81" name="Google Shape;381;p62"/>
          <p:cNvSpPr txBox="1">
            <a:spLocks noGrp="1"/>
          </p:cNvSpPr>
          <p:nvPr>
            <p:ph type="body" idx="14"/>
          </p:nvPr>
        </p:nvSpPr>
        <p:spPr>
          <a:xfrm>
            <a:off x="3554984" y="2674540"/>
            <a:ext cx="2441448" cy="1366528"/>
          </a:xfrm>
          <a:prstGeom prst="rect">
            <a:avLst/>
          </a:prstGeom>
          <a:solidFill>
            <a:schemeClr val="accent3"/>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82" name="Google Shape;382;p62"/>
          <p:cNvSpPr txBox="1">
            <a:spLocks noGrp="1"/>
          </p:cNvSpPr>
          <p:nvPr>
            <p:ph type="body" idx="15"/>
          </p:nvPr>
        </p:nvSpPr>
        <p:spPr>
          <a:xfrm>
            <a:off x="6195568" y="2674540"/>
            <a:ext cx="2441448" cy="1366528"/>
          </a:xfrm>
          <a:prstGeom prst="rect">
            <a:avLst/>
          </a:prstGeom>
          <a:solidFill>
            <a:schemeClr val="accent5"/>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83" name="Google Shape;383;p62"/>
          <p:cNvSpPr txBox="1">
            <a:spLocks noGrp="1"/>
          </p:cNvSpPr>
          <p:nvPr>
            <p:ph type="body" idx="16"/>
          </p:nvPr>
        </p:nvSpPr>
        <p:spPr>
          <a:xfrm>
            <a:off x="8836152" y="2674540"/>
            <a:ext cx="2441448" cy="1366528"/>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Bar Text Subtitle">
  <p:cSld name="Three Bar Text Subtitle">
    <p:spTree>
      <p:nvGrpSpPr>
        <p:cNvPr id="1" name="Shape 384"/>
        <p:cNvGrpSpPr/>
        <p:nvPr/>
      </p:nvGrpSpPr>
      <p:grpSpPr>
        <a:xfrm>
          <a:off x="0" y="0"/>
          <a:ext cx="0" cy="0"/>
          <a:chOff x="0" y="0"/>
          <a:chExt cx="0" cy="0"/>
        </a:xfrm>
      </p:grpSpPr>
      <p:sp>
        <p:nvSpPr>
          <p:cNvPr id="385" name="Google Shape;385;p63"/>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6" name="Google Shape;386;p63"/>
          <p:cNvSpPr>
            <a:spLocks noGrp="1"/>
          </p:cNvSpPr>
          <p:nvPr>
            <p:ph type="pic" idx="2"/>
          </p:nvPr>
        </p:nvSpPr>
        <p:spPr>
          <a:xfrm>
            <a:off x="914400" y="1397000"/>
            <a:ext cx="3328416" cy="2644068"/>
          </a:xfrm>
          <a:prstGeom prst="rect">
            <a:avLst/>
          </a:prstGeom>
          <a:solidFill>
            <a:srgbClr val="F2F2F2"/>
          </a:solidFill>
          <a:ln>
            <a:noFill/>
          </a:ln>
        </p:spPr>
      </p:sp>
      <p:sp>
        <p:nvSpPr>
          <p:cNvPr id="387" name="Google Shape;387;p63"/>
          <p:cNvSpPr>
            <a:spLocks noGrp="1"/>
          </p:cNvSpPr>
          <p:nvPr>
            <p:ph type="pic" idx="3"/>
          </p:nvPr>
        </p:nvSpPr>
        <p:spPr>
          <a:xfrm>
            <a:off x="4431792" y="1397000"/>
            <a:ext cx="3328416" cy="2644068"/>
          </a:xfrm>
          <a:prstGeom prst="rect">
            <a:avLst/>
          </a:prstGeom>
          <a:solidFill>
            <a:srgbClr val="F2F2F2"/>
          </a:solidFill>
          <a:ln>
            <a:noFill/>
          </a:ln>
        </p:spPr>
      </p:sp>
      <p:sp>
        <p:nvSpPr>
          <p:cNvPr id="388" name="Google Shape;388;p63"/>
          <p:cNvSpPr>
            <a:spLocks noGrp="1"/>
          </p:cNvSpPr>
          <p:nvPr>
            <p:ph type="pic" idx="4"/>
          </p:nvPr>
        </p:nvSpPr>
        <p:spPr>
          <a:xfrm>
            <a:off x="7949184" y="1397000"/>
            <a:ext cx="3328416" cy="2644068"/>
          </a:xfrm>
          <a:prstGeom prst="rect">
            <a:avLst/>
          </a:prstGeom>
          <a:solidFill>
            <a:srgbClr val="F2F2F2"/>
          </a:solidFill>
          <a:ln>
            <a:noFill/>
          </a:ln>
        </p:spPr>
      </p:sp>
      <p:sp>
        <p:nvSpPr>
          <p:cNvPr id="389" name="Google Shape;389;p63"/>
          <p:cNvSpPr txBox="1">
            <a:spLocks noGrp="1"/>
          </p:cNvSpPr>
          <p:nvPr>
            <p:ph type="body" idx="1"/>
          </p:nvPr>
        </p:nvSpPr>
        <p:spPr>
          <a:xfrm>
            <a:off x="914400" y="2982317"/>
            <a:ext cx="3328416" cy="1058751"/>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0" name="Google Shape;390;p63"/>
          <p:cNvSpPr txBox="1">
            <a:spLocks noGrp="1"/>
          </p:cNvSpPr>
          <p:nvPr>
            <p:ph type="body" idx="5"/>
          </p:nvPr>
        </p:nvSpPr>
        <p:spPr>
          <a:xfrm>
            <a:off x="4431792" y="2982317"/>
            <a:ext cx="3328416" cy="1058751"/>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1" name="Google Shape;391;p63"/>
          <p:cNvSpPr txBox="1">
            <a:spLocks noGrp="1"/>
          </p:cNvSpPr>
          <p:nvPr>
            <p:ph type="body" idx="6"/>
          </p:nvPr>
        </p:nvSpPr>
        <p:spPr>
          <a:xfrm>
            <a:off x="7949184" y="2982317"/>
            <a:ext cx="3328416" cy="1058751"/>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2" name="Google Shape;392;p63"/>
          <p:cNvSpPr txBox="1">
            <a:spLocks noGrp="1"/>
          </p:cNvSpPr>
          <p:nvPr>
            <p:ph type="body" idx="7"/>
          </p:nvPr>
        </p:nvSpPr>
        <p:spPr>
          <a:xfrm>
            <a:off x="914400"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3" name="Google Shape;393;p63"/>
          <p:cNvSpPr txBox="1">
            <a:spLocks noGrp="1"/>
          </p:cNvSpPr>
          <p:nvPr>
            <p:ph type="body" idx="8"/>
          </p:nvPr>
        </p:nvSpPr>
        <p:spPr>
          <a:xfrm>
            <a:off x="4431792"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4" name="Google Shape;394;p63"/>
          <p:cNvSpPr txBox="1">
            <a:spLocks noGrp="1"/>
          </p:cNvSpPr>
          <p:nvPr>
            <p:ph type="body" idx="9"/>
          </p:nvPr>
        </p:nvSpPr>
        <p:spPr>
          <a:xfrm>
            <a:off x="7949184"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395" name="Google Shape;395;p63"/>
          <p:cNvSpPr txBox="1">
            <a:spLocks noGrp="1"/>
          </p:cNvSpPr>
          <p:nvPr>
            <p:ph type="body" idx="13"/>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Bar Text">
  <p:cSld name="Three Bar Text">
    <p:spTree>
      <p:nvGrpSpPr>
        <p:cNvPr id="1" name="Shape 396"/>
        <p:cNvGrpSpPr/>
        <p:nvPr/>
      </p:nvGrpSpPr>
      <p:grpSpPr>
        <a:xfrm>
          <a:off x="0" y="0"/>
          <a:ext cx="0" cy="0"/>
          <a:chOff x="0" y="0"/>
          <a:chExt cx="0" cy="0"/>
        </a:xfrm>
      </p:grpSpPr>
      <p:sp>
        <p:nvSpPr>
          <p:cNvPr id="397" name="Google Shape;397;p64"/>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98" name="Google Shape;398;p64"/>
          <p:cNvSpPr>
            <a:spLocks noGrp="1"/>
          </p:cNvSpPr>
          <p:nvPr>
            <p:ph type="pic" idx="2"/>
          </p:nvPr>
        </p:nvSpPr>
        <p:spPr>
          <a:xfrm>
            <a:off x="914400" y="1397000"/>
            <a:ext cx="3328416" cy="2644068"/>
          </a:xfrm>
          <a:prstGeom prst="rect">
            <a:avLst/>
          </a:prstGeom>
          <a:solidFill>
            <a:srgbClr val="F2F2F2"/>
          </a:solidFill>
          <a:ln>
            <a:noFill/>
          </a:ln>
        </p:spPr>
      </p:sp>
      <p:sp>
        <p:nvSpPr>
          <p:cNvPr id="399" name="Google Shape;399;p64"/>
          <p:cNvSpPr>
            <a:spLocks noGrp="1"/>
          </p:cNvSpPr>
          <p:nvPr>
            <p:ph type="pic" idx="3"/>
          </p:nvPr>
        </p:nvSpPr>
        <p:spPr>
          <a:xfrm>
            <a:off x="4431792" y="1397000"/>
            <a:ext cx="3328416" cy="2644068"/>
          </a:xfrm>
          <a:prstGeom prst="rect">
            <a:avLst/>
          </a:prstGeom>
          <a:solidFill>
            <a:srgbClr val="F2F2F2"/>
          </a:solidFill>
          <a:ln>
            <a:noFill/>
          </a:ln>
        </p:spPr>
      </p:sp>
      <p:sp>
        <p:nvSpPr>
          <p:cNvPr id="400" name="Google Shape;400;p64"/>
          <p:cNvSpPr>
            <a:spLocks noGrp="1"/>
          </p:cNvSpPr>
          <p:nvPr>
            <p:ph type="pic" idx="4"/>
          </p:nvPr>
        </p:nvSpPr>
        <p:spPr>
          <a:xfrm>
            <a:off x="7949184" y="1397000"/>
            <a:ext cx="3328416" cy="2644068"/>
          </a:xfrm>
          <a:prstGeom prst="rect">
            <a:avLst/>
          </a:prstGeom>
          <a:solidFill>
            <a:srgbClr val="F2F2F2"/>
          </a:solidFill>
          <a:ln>
            <a:noFill/>
          </a:ln>
        </p:spPr>
      </p:sp>
      <p:sp>
        <p:nvSpPr>
          <p:cNvPr id="401" name="Google Shape;401;p64"/>
          <p:cNvSpPr txBox="1">
            <a:spLocks noGrp="1"/>
          </p:cNvSpPr>
          <p:nvPr>
            <p:ph type="body" idx="1"/>
          </p:nvPr>
        </p:nvSpPr>
        <p:spPr>
          <a:xfrm>
            <a:off x="914400"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02" name="Google Shape;402;p64"/>
          <p:cNvSpPr txBox="1">
            <a:spLocks noGrp="1"/>
          </p:cNvSpPr>
          <p:nvPr>
            <p:ph type="body" idx="5"/>
          </p:nvPr>
        </p:nvSpPr>
        <p:spPr>
          <a:xfrm>
            <a:off x="4431792"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03" name="Google Shape;403;p64"/>
          <p:cNvSpPr txBox="1">
            <a:spLocks noGrp="1"/>
          </p:cNvSpPr>
          <p:nvPr>
            <p:ph type="body" idx="6"/>
          </p:nvPr>
        </p:nvSpPr>
        <p:spPr>
          <a:xfrm>
            <a:off x="7949184" y="4212305"/>
            <a:ext cx="3328416" cy="175069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04" name="Google Shape;404;p64"/>
          <p:cNvSpPr txBox="1">
            <a:spLocks noGrp="1"/>
          </p:cNvSpPr>
          <p:nvPr>
            <p:ph type="body" idx="7"/>
          </p:nvPr>
        </p:nvSpPr>
        <p:spPr>
          <a:xfrm>
            <a:off x="914400" y="2982317"/>
            <a:ext cx="3328416" cy="1058751"/>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05" name="Google Shape;405;p64"/>
          <p:cNvSpPr txBox="1">
            <a:spLocks noGrp="1"/>
          </p:cNvSpPr>
          <p:nvPr>
            <p:ph type="body" idx="8"/>
          </p:nvPr>
        </p:nvSpPr>
        <p:spPr>
          <a:xfrm>
            <a:off x="4431792" y="2982317"/>
            <a:ext cx="3328416" cy="1058751"/>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06" name="Google Shape;406;p64"/>
          <p:cNvSpPr txBox="1">
            <a:spLocks noGrp="1"/>
          </p:cNvSpPr>
          <p:nvPr>
            <p:ph type="body" idx="9"/>
          </p:nvPr>
        </p:nvSpPr>
        <p:spPr>
          <a:xfrm>
            <a:off x="7949184" y="2982317"/>
            <a:ext cx="3328416" cy="1058751"/>
          </a:xfrm>
          <a:prstGeom prst="rect">
            <a:avLst/>
          </a:prstGeom>
          <a:solidFill>
            <a:schemeClr val="accent2"/>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wo Bar Text">
  <p:cSld name="Two Bar Text">
    <p:spTree>
      <p:nvGrpSpPr>
        <p:cNvPr id="1" name="Shape 407"/>
        <p:cNvGrpSpPr/>
        <p:nvPr/>
      </p:nvGrpSpPr>
      <p:grpSpPr>
        <a:xfrm>
          <a:off x="0" y="0"/>
          <a:ext cx="0" cy="0"/>
          <a:chOff x="0" y="0"/>
          <a:chExt cx="0" cy="0"/>
        </a:xfrm>
      </p:grpSpPr>
      <p:sp>
        <p:nvSpPr>
          <p:cNvPr id="408" name="Google Shape;408;p65"/>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09" name="Google Shape;409;p65"/>
          <p:cNvSpPr>
            <a:spLocks noGrp="1"/>
          </p:cNvSpPr>
          <p:nvPr>
            <p:ph type="pic" idx="2"/>
          </p:nvPr>
        </p:nvSpPr>
        <p:spPr>
          <a:xfrm>
            <a:off x="914400" y="1397000"/>
            <a:ext cx="5085589" cy="2644068"/>
          </a:xfrm>
          <a:prstGeom prst="rect">
            <a:avLst/>
          </a:prstGeom>
          <a:solidFill>
            <a:srgbClr val="F2F2F2"/>
          </a:solidFill>
          <a:ln>
            <a:noFill/>
          </a:ln>
        </p:spPr>
      </p:sp>
      <p:sp>
        <p:nvSpPr>
          <p:cNvPr id="410" name="Google Shape;410;p65"/>
          <p:cNvSpPr>
            <a:spLocks noGrp="1"/>
          </p:cNvSpPr>
          <p:nvPr>
            <p:ph type="pic" idx="3"/>
          </p:nvPr>
        </p:nvSpPr>
        <p:spPr>
          <a:xfrm>
            <a:off x="6192011" y="1397000"/>
            <a:ext cx="5085589" cy="2644068"/>
          </a:xfrm>
          <a:prstGeom prst="rect">
            <a:avLst/>
          </a:prstGeom>
          <a:solidFill>
            <a:srgbClr val="F2F2F2"/>
          </a:solidFill>
          <a:ln>
            <a:noFill/>
          </a:ln>
        </p:spPr>
      </p:sp>
      <p:sp>
        <p:nvSpPr>
          <p:cNvPr id="411" name="Google Shape;411;p65"/>
          <p:cNvSpPr txBox="1">
            <a:spLocks noGrp="1"/>
          </p:cNvSpPr>
          <p:nvPr>
            <p:ph type="body" idx="1"/>
          </p:nvPr>
        </p:nvSpPr>
        <p:spPr>
          <a:xfrm>
            <a:off x="914400" y="3290093"/>
            <a:ext cx="5084064" cy="750975"/>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12" name="Google Shape;412;p65"/>
          <p:cNvSpPr txBox="1">
            <a:spLocks noGrp="1"/>
          </p:cNvSpPr>
          <p:nvPr>
            <p:ph type="body" idx="4"/>
          </p:nvPr>
        </p:nvSpPr>
        <p:spPr>
          <a:xfrm>
            <a:off x="6193536" y="3290093"/>
            <a:ext cx="5084064" cy="750975"/>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13" name="Google Shape;413;p65"/>
          <p:cNvSpPr txBox="1">
            <a:spLocks noGrp="1"/>
          </p:cNvSpPr>
          <p:nvPr>
            <p:ph type="body" idx="5"/>
          </p:nvPr>
        </p:nvSpPr>
        <p:spPr>
          <a:xfrm>
            <a:off x="914400" y="4212305"/>
            <a:ext cx="5084064" cy="170306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14" name="Google Shape;414;p65"/>
          <p:cNvSpPr txBox="1">
            <a:spLocks noGrp="1"/>
          </p:cNvSpPr>
          <p:nvPr>
            <p:ph type="body" idx="6"/>
          </p:nvPr>
        </p:nvSpPr>
        <p:spPr>
          <a:xfrm>
            <a:off x="6193536" y="4212305"/>
            <a:ext cx="5084064" cy="170306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Bar Text Subtitle">
  <p:cSld name="Two Bar Text Subtitle">
    <p:spTree>
      <p:nvGrpSpPr>
        <p:cNvPr id="1" name="Shape 415"/>
        <p:cNvGrpSpPr/>
        <p:nvPr/>
      </p:nvGrpSpPr>
      <p:grpSpPr>
        <a:xfrm>
          <a:off x="0" y="0"/>
          <a:ext cx="0" cy="0"/>
          <a:chOff x="0" y="0"/>
          <a:chExt cx="0" cy="0"/>
        </a:xfrm>
      </p:grpSpPr>
      <p:sp>
        <p:nvSpPr>
          <p:cNvPr id="416" name="Google Shape;416;p66"/>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7" name="Google Shape;417;p66"/>
          <p:cNvSpPr>
            <a:spLocks noGrp="1"/>
          </p:cNvSpPr>
          <p:nvPr>
            <p:ph type="pic" idx="2"/>
          </p:nvPr>
        </p:nvSpPr>
        <p:spPr>
          <a:xfrm>
            <a:off x="914400" y="1397000"/>
            <a:ext cx="5085589" cy="2644068"/>
          </a:xfrm>
          <a:prstGeom prst="rect">
            <a:avLst/>
          </a:prstGeom>
          <a:solidFill>
            <a:srgbClr val="F2F2F2"/>
          </a:solidFill>
          <a:ln>
            <a:noFill/>
          </a:ln>
        </p:spPr>
      </p:sp>
      <p:sp>
        <p:nvSpPr>
          <p:cNvPr id="418" name="Google Shape;418;p66"/>
          <p:cNvSpPr>
            <a:spLocks noGrp="1"/>
          </p:cNvSpPr>
          <p:nvPr>
            <p:ph type="pic" idx="3"/>
          </p:nvPr>
        </p:nvSpPr>
        <p:spPr>
          <a:xfrm>
            <a:off x="6192011" y="1397000"/>
            <a:ext cx="5085589" cy="2644068"/>
          </a:xfrm>
          <a:prstGeom prst="rect">
            <a:avLst/>
          </a:prstGeom>
          <a:solidFill>
            <a:srgbClr val="F2F2F2"/>
          </a:solidFill>
          <a:ln>
            <a:noFill/>
          </a:ln>
        </p:spPr>
      </p:sp>
      <p:sp>
        <p:nvSpPr>
          <p:cNvPr id="419" name="Google Shape;419;p66"/>
          <p:cNvSpPr txBox="1">
            <a:spLocks noGrp="1"/>
          </p:cNvSpPr>
          <p:nvPr>
            <p:ph type="body" idx="1"/>
          </p:nvPr>
        </p:nvSpPr>
        <p:spPr>
          <a:xfrm>
            <a:off x="914400" y="4212305"/>
            <a:ext cx="5084064" cy="170306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20" name="Google Shape;420;p66"/>
          <p:cNvSpPr txBox="1">
            <a:spLocks noGrp="1"/>
          </p:cNvSpPr>
          <p:nvPr>
            <p:ph type="body" idx="4"/>
          </p:nvPr>
        </p:nvSpPr>
        <p:spPr>
          <a:xfrm>
            <a:off x="6193536" y="4212305"/>
            <a:ext cx="5084064" cy="170306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20"/>
              </a:spcBef>
              <a:spcAft>
                <a:spcPts val="0"/>
              </a:spcAft>
              <a:buClr>
                <a:schemeClr val="accent1"/>
              </a:buClr>
              <a:buSzPts val="2100"/>
              <a:buFont typeface="Arial"/>
              <a:buNone/>
              <a:defRPr sz="2100" b="0" i="0" u="none" strike="noStrike" cap="none">
                <a:solidFill>
                  <a:schemeClr val="dk1"/>
                </a:solidFill>
                <a:latin typeface="Inter Medium"/>
                <a:ea typeface="Inter Medium"/>
                <a:cs typeface="Inter Medium"/>
                <a:sym typeface="Inter Medium"/>
              </a:defRPr>
            </a:lvl1pPr>
            <a:lvl2pPr marL="914400" marR="0" lvl="1"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chemeClr val="dk1"/>
                </a:solidFill>
                <a:latin typeface="Inter Medium"/>
                <a:ea typeface="Inter Medium"/>
                <a:cs typeface="Inter Medium"/>
                <a:sym typeface="Inter Medium"/>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21" name="Google Shape;421;p66"/>
          <p:cNvSpPr txBox="1">
            <a:spLocks noGrp="1"/>
          </p:cNvSpPr>
          <p:nvPr>
            <p:ph type="body" idx="5"/>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22" name="Google Shape;422;p66"/>
          <p:cNvSpPr txBox="1">
            <a:spLocks noGrp="1"/>
          </p:cNvSpPr>
          <p:nvPr>
            <p:ph type="body" idx="6"/>
          </p:nvPr>
        </p:nvSpPr>
        <p:spPr>
          <a:xfrm>
            <a:off x="914400" y="3290093"/>
            <a:ext cx="5084064" cy="750975"/>
          </a:xfrm>
          <a:prstGeom prst="rect">
            <a:avLst/>
          </a:prstGeom>
          <a:solidFill>
            <a:schemeClr val="accent1"/>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23" name="Google Shape;423;p66"/>
          <p:cNvSpPr txBox="1">
            <a:spLocks noGrp="1"/>
          </p:cNvSpPr>
          <p:nvPr>
            <p:ph type="body" idx="7"/>
          </p:nvPr>
        </p:nvSpPr>
        <p:spPr>
          <a:xfrm>
            <a:off x="6193536" y="3290093"/>
            <a:ext cx="5084064" cy="750975"/>
          </a:xfrm>
          <a:prstGeom prst="rect">
            <a:avLst/>
          </a:prstGeom>
          <a:solidFill>
            <a:schemeClr val="accent4"/>
          </a:solidFill>
          <a:ln>
            <a:noFill/>
          </a:ln>
        </p:spPr>
        <p:txBody>
          <a:bodyPr spcFirstLastPara="1" wrap="square" lIns="182875" tIns="91425" rIns="182875" bIns="91425" anchor="b" anchorCtr="0">
            <a:sp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rgbClr val="FFFFFF"/>
                </a:solidFill>
                <a:latin typeface="Inter Medium"/>
                <a:ea typeface="Inter Medium"/>
                <a:cs typeface="Inter Medium"/>
                <a:sym typeface="Inter Medium"/>
              </a:defRPr>
            </a:lvl1pPr>
            <a:lvl2pPr marL="914400" marR="0" lvl="1" indent="-228600" algn="l" rtl="0">
              <a:spcBef>
                <a:spcPts val="280"/>
              </a:spcBef>
              <a:spcAft>
                <a:spcPts val="0"/>
              </a:spcAft>
              <a:buClr>
                <a:schemeClr val="accent1"/>
              </a:buClr>
              <a:buSzPts val="1400"/>
              <a:buFont typeface="Arial"/>
              <a:buNone/>
              <a:defRPr sz="1400" b="0" i="0" u="none" strike="noStrike" cap="none">
                <a:solidFill>
                  <a:srgbClr val="FFFFFF"/>
                </a:solidFill>
                <a:latin typeface="Inter Medium"/>
                <a:ea typeface="Inter Medium"/>
                <a:cs typeface="Inter Medium"/>
                <a:sym typeface="Inter Medium"/>
              </a:defRPr>
            </a:lvl2pPr>
            <a:lvl3pPr marL="1371600" marR="0" lvl="2"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spcBef>
                <a:spcPts val="280"/>
              </a:spcBef>
              <a:spcAft>
                <a:spcPts val="0"/>
              </a:spcAft>
              <a:buClr>
                <a:schemeClr val="accent1"/>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2 team">
  <p:cSld name="12 team">
    <p:spTree>
      <p:nvGrpSpPr>
        <p:cNvPr id="1" name="Shape 424"/>
        <p:cNvGrpSpPr/>
        <p:nvPr/>
      </p:nvGrpSpPr>
      <p:grpSpPr>
        <a:xfrm>
          <a:off x="0" y="0"/>
          <a:ext cx="0" cy="0"/>
          <a:chOff x="0" y="0"/>
          <a:chExt cx="0" cy="0"/>
        </a:xfrm>
      </p:grpSpPr>
      <p:sp>
        <p:nvSpPr>
          <p:cNvPr id="425" name="Google Shape;425;p67"/>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6" name="Google Shape;426;p67"/>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27" name="Google Shape;427;p67"/>
          <p:cNvSpPr txBox="1">
            <a:spLocks noGrp="1"/>
          </p:cNvSpPr>
          <p:nvPr>
            <p:ph type="body" idx="1"/>
          </p:nvPr>
        </p:nvSpPr>
        <p:spPr>
          <a:xfrm>
            <a:off x="1637916"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28" name="Google Shape;428;p67"/>
          <p:cNvSpPr>
            <a:spLocks noGrp="1"/>
          </p:cNvSpPr>
          <p:nvPr>
            <p:ph type="pic" idx="3"/>
          </p:nvPr>
        </p:nvSpPr>
        <p:spPr>
          <a:xfrm>
            <a:off x="3483710"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29" name="Google Shape;429;p67"/>
          <p:cNvSpPr txBox="1">
            <a:spLocks noGrp="1"/>
          </p:cNvSpPr>
          <p:nvPr>
            <p:ph type="body" idx="4"/>
          </p:nvPr>
        </p:nvSpPr>
        <p:spPr>
          <a:xfrm>
            <a:off x="4546239"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30" name="Google Shape;430;p67"/>
          <p:cNvSpPr>
            <a:spLocks noGrp="1"/>
          </p:cNvSpPr>
          <p:nvPr>
            <p:ph type="pic" idx="5"/>
          </p:nvPr>
        </p:nvSpPr>
        <p:spPr>
          <a:xfrm>
            <a:off x="6392033"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31" name="Google Shape;431;p67"/>
          <p:cNvSpPr txBox="1">
            <a:spLocks noGrp="1"/>
          </p:cNvSpPr>
          <p:nvPr>
            <p:ph type="body" idx="6"/>
          </p:nvPr>
        </p:nvSpPr>
        <p:spPr>
          <a:xfrm>
            <a:off x="7454562"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32" name="Google Shape;432;p67"/>
          <p:cNvSpPr>
            <a:spLocks noGrp="1"/>
          </p:cNvSpPr>
          <p:nvPr>
            <p:ph type="pic" idx="7"/>
          </p:nvPr>
        </p:nvSpPr>
        <p:spPr>
          <a:xfrm>
            <a:off x="9300356"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33" name="Google Shape;433;p67"/>
          <p:cNvSpPr txBox="1">
            <a:spLocks noGrp="1"/>
          </p:cNvSpPr>
          <p:nvPr>
            <p:ph type="body" idx="8"/>
          </p:nvPr>
        </p:nvSpPr>
        <p:spPr>
          <a:xfrm>
            <a:off x="10362885"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34" name="Google Shape;434;p67"/>
          <p:cNvSpPr>
            <a:spLocks noGrp="1"/>
          </p:cNvSpPr>
          <p:nvPr>
            <p:ph type="pic" idx="9"/>
          </p:nvPr>
        </p:nvSpPr>
        <p:spPr>
          <a:xfrm>
            <a:off x="575387"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35" name="Google Shape;435;p67"/>
          <p:cNvSpPr txBox="1">
            <a:spLocks noGrp="1"/>
          </p:cNvSpPr>
          <p:nvPr>
            <p:ph type="body" idx="13"/>
          </p:nvPr>
        </p:nvSpPr>
        <p:spPr>
          <a:xfrm>
            <a:off x="1637916"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36" name="Google Shape;436;p67"/>
          <p:cNvSpPr>
            <a:spLocks noGrp="1"/>
          </p:cNvSpPr>
          <p:nvPr>
            <p:ph type="pic" idx="14"/>
          </p:nvPr>
        </p:nvSpPr>
        <p:spPr>
          <a:xfrm>
            <a:off x="3483710"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37" name="Google Shape;437;p67"/>
          <p:cNvSpPr txBox="1">
            <a:spLocks noGrp="1"/>
          </p:cNvSpPr>
          <p:nvPr>
            <p:ph type="body" idx="15"/>
          </p:nvPr>
        </p:nvSpPr>
        <p:spPr>
          <a:xfrm>
            <a:off x="4546239"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38" name="Google Shape;438;p67"/>
          <p:cNvSpPr>
            <a:spLocks noGrp="1"/>
          </p:cNvSpPr>
          <p:nvPr>
            <p:ph type="pic" idx="16"/>
          </p:nvPr>
        </p:nvSpPr>
        <p:spPr>
          <a:xfrm>
            <a:off x="6392033"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39" name="Google Shape;439;p67"/>
          <p:cNvSpPr txBox="1">
            <a:spLocks noGrp="1"/>
          </p:cNvSpPr>
          <p:nvPr>
            <p:ph type="body" idx="17"/>
          </p:nvPr>
        </p:nvSpPr>
        <p:spPr>
          <a:xfrm>
            <a:off x="7454562"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40" name="Google Shape;440;p67"/>
          <p:cNvSpPr>
            <a:spLocks noGrp="1"/>
          </p:cNvSpPr>
          <p:nvPr>
            <p:ph type="pic" idx="18"/>
          </p:nvPr>
        </p:nvSpPr>
        <p:spPr>
          <a:xfrm>
            <a:off x="9300356"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41" name="Google Shape;441;p67"/>
          <p:cNvSpPr txBox="1">
            <a:spLocks noGrp="1"/>
          </p:cNvSpPr>
          <p:nvPr>
            <p:ph type="body" idx="19"/>
          </p:nvPr>
        </p:nvSpPr>
        <p:spPr>
          <a:xfrm>
            <a:off x="10362885"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42" name="Google Shape;442;p67"/>
          <p:cNvSpPr>
            <a:spLocks noGrp="1"/>
          </p:cNvSpPr>
          <p:nvPr>
            <p:ph type="pic" idx="20"/>
          </p:nvPr>
        </p:nvSpPr>
        <p:spPr>
          <a:xfrm>
            <a:off x="575387"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43" name="Google Shape;443;p67"/>
          <p:cNvSpPr txBox="1">
            <a:spLocks noGrp="1"/>
          </p:cNvSpPr>
          <p:nvPr>
            <p:ph type="body" idx="21"/>
          </p:nvPr>
        </p:nvSpPr>
        <p:spPr>
          <a:xfrm>
            <a:off x="1637916"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44" name="Google Shape;444;p67"/>
          <p:cNvSpPr>
            <a:spLocks noGrp="1"/>
          </p:cNvSpPr>
          <p:nvPr>
            <p:ph type="pic" idx="22"/>
          </p:nvPr>
        </p:nvSpPr>
        <p:spPr>
          <a:xfrm>
            <a:off x="3483710"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45" name="Google Shape;445;p67"/>
          <p:cNvSpPr txBox="1">
            <a:spLocks noGrp="1"/>
          </p:cNvSpPr>
          <p:nvPr>
            <p:ph type="body" idx="23"/>
          </p:nvPr>
        </p:nvSpPr>
        <p:spPr>
          <a:xfrm>
            <a:off x="4546239"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46" name="Google Shape;446;p67"/>
          <p:cNvSpPr>
            <a:spLocks noGrp="1"/>
          </p:cNvSpPr>
          <p:nvPr>
            <p:ph type="pic" idx="24"/>
          </p:nvPr>
        </p:nvSpPr>
        <p:spPr>
          <a:xfrm>
            <a:off x="6392033"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47" name="Google Shape;447;p67"/>
          <p:cNvSpPr txBox="1">
            <a:spLocks noGrp="1"/>
          </p:cNvSpPr>
          <p:nvPr>
            <p:ph type="body" idx="25"/>
          </p:nvPr>
        </p:nvSpPr>
        <p:spPr>
          <a:xfrm>
            <a:off x="7454562"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48" name="Google Shape;448;p67"/>
          <p:cNvSpPr>
            <a:spLocks noGrp="1"/>
          </p:cNvSpPr>
          <p:nvPr>
            <p:ph type="pic" idx="26"/>
          </p:nvPr>
        </p:nvSpPr>
        <p:spPr>
          <a:xfrm>
            <a:off x="9300356"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49" name="Google Shape;449;p67"/>
          <p:cNvSpPr txBox="1">
            <a:spLocks noGrp="1"/>
          </p:cNvSpPr>
          <p:nvPr>
            <p:ph type="body" idx="27"/>
          </p:nvPr>
        </p:nvSpPr>
        <p:spPr>
          <a:xfrm>
            <a:off x="10362885"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2 team subtitle">
  <p:cSld name="12 team subtitle">
    <p:spTree>
      <p:nvGrpSpPr>
        <p:cNvPr id="1" name="Shape 450"/>
        <p:cNvGrpSpPr/>
        <p:nvPr/>
      </p:nvGrpSpPr>
      <p:grpSpPr>
        <a:xfrm>
          <a:off x="0" y="0"/>
          <a:ext cx="0" cy="0"/>
          <a:chOff x="0" y="0"/>
          <a:chExt cx="0" cy="0"/>
        </a:xfrm>
      </p:grpSpPr>
      <p:sp>
        <p:nvSpPr>
          <p:cNvPr id="451" name="Google Shape;451;p6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52" name="Google Shape;452;p68"/>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53" name="Google Shape;453;p68"/>
          <p:cNvSpPr txBox="1">
            <a:spLocks noGrp="1"/>
          </p:cNvSpPr>
          <p:nvPr>
            <p:ph type="body" idx="1"/>
          </p:nvPr>
        </p:nvSpPr>
        <p:spPr>
          <a:xfrm>
            <a:off x="1637916"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54" name="Google Shape;454;p68"/>
          <p:cNvSpPr>
            <a:spLocks noGrp="1"/>
          </p:cNvSpPr>
          <p:nvPr>
            <p:ph type="pic" idx="3"/>
          </p:nvPr>
        </p:nvSpPr>
        <p:spPr>
          <a:xfrm>
            <a:off x="3483710"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55" name="Google Shape;455;p68"/>
          <p:cNvSpPr txBox="1">
            <a:spLocks noGrp="1"/>
          </p:cNvSpPr>
          <p:nvPr>
            <p:ph type="body" idx="4"/>
          </p:nvPr>
        </p:nvSpPr>
        <p:spPr>
          <a:xfrm>
            <a:off x="4546239"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56" name="Google Shape;456;p68"/>
          <p:cNvSpPr>
            <a:spLocks noGrp="1"/>
          </p:cNvSpPr>
          <p:nvPr>
            <p:ph type="pic" idx="5"/>
          </p:nvPr>
        </p:nvSpPr>
        <p:spPr>
          <a:xfrm>
            <a:off x="6392033"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57" name="Google Shape;457;p68"/>
          <p:cNvSpPr txBox="1">
            <a:spLocks noGrp="1"/>
          </p:cNvSpPr>
          <p:nvPr>
            <p:ph type="body" idx="6"/>
          </p:nvPr>
        </p:nvSpPr>
        <p:spPr>
          <a:xfrm>
            <a:off x="7454562"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58" name="Google Shape;458;p68"/>
          <p:cNvSpPr>
            <a:spLocks noGrp="1"/>
          </p:cNvSpPr>
          <p:nvPr>
            <p:ph type="pic" idx="7"/>
          </p:nvPr>
        </p:nvSpPr>
        <p:spPr>
          <a:xfrm>
            <a:off x="9300356"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59" name="Google Shape;459;p68"/>
          <p:cNvSpPr txBox="1">
            <a:spLocks noGrp="1"/>
          </p:cNvSpPr>
          <p:nvPr>
            <p:ph type="body" idx="8"/>
          </p:nvPr>
        </p:nvSpPr>
        <p:spPr>
          <a:xfrm>
            <a:off x="10362885" y="1639789"/>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60" name="Google Shape;460;p68"/>
          <p:cNvSpPr>
            <a:spLocks noGrp="1"/>
          </p:cNvSpPr>
          <p:nvPr>
            <p:ph type="pic" idx="9"/>
          </p:nvPr>
        </p:nvSpPr>
        <p:spPr>
          <a:xfrm>
            <a:off x="575387"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61" name="Google Shape;461;p68"/>
          <p:cNvSpPr txBox="1">
            <a:spLocks noGrp="1"/>
          </p:cNvSpPr>
          <p:nvPr>
            <p:ph type="body" idx="13"/>
          </p:nvPr>
        </p:nvSpPr>
        <p:spPr>
          <a:xfrm>
            <a:off x="1637916"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62" name="Google Shape;462;p68"/>
          <p:cNvSpPr>
            <a:spLocks noGrp="1"/>
          </p:cNvSpPr>
          <p:nvPr>
            <p:ph type="pic" idx="14"/>
          </p:nvPr>
        </p:nvSpPr>
        <p:spPr>
          <a:xfrm>
            <a:off x="3483710"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63" name="Google Shape;463;p68"/>
          <p:cNvSpPr txBox="1">
            <a:spLocks noGrp="1"/>
          </p:cNvSpPr>
          <p:nvPr>
            <p:ph type="body" idx="15"/>
          </p:nvPr>
        </p:nvSpPr>
        <p:spPr>
          <a:xfrm>
            <a:off x="4546239"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64" name="Google Shape;464;p68"/>
          <p:cNvSpPr>
            <a:spLocks noGrp="1"/>
          </p:cNvSpPr>
          <p:nvPr>
            <p:ph type="pic" idx="16"/>
          </p:nvPr>
        </p:nvSpPr>
        <p:spPr>
          <a:xfrm>
            <a:off x="6392033"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65" name="Google Shape;465;p68"/>
          <p:cNvSpPr txBox="1">
            <a:spLocks noGrp="1"/>
          </p:cNvSpPr>
          <p:nvPr>
            <p:ph type="body" idx="17"/>
          </p:nvPr>
        </p:nvSpPr>
        <p:spPr>
          <a:xfrm>
            <a:off x="7454562"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66" name="Google Shape;466;p68"/>
          <p:cNvSpPr>
            <a:spLocks noGrp="1"/>
          </p:cNvSpPr>
          <p:nvPr>
            <p:ph type="pic" idx="18"/>
          </p:nvPr>
        </p:nvSpPr>
        <p:spPr>
          <a:xfrm>
            <a:off x="9300356"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67" name="Google Shape;467;p68"/>
          <p:cNvSpPr txBox="1">
            <a:spLocks noGrp="1"/>
          </p:cNvSpPr>
          <p:nvPr>
            <p:ph type="body" idx="19"/>
          </p:nvPr>
        </p:nvSpPr>
        <p:spPr>
          <a:xfrm>
            <a:off x="10362885" y="3153547"/>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68" name="Google Shape;468;p68"/>
          <p:cNvSpPr>
            <a:spLocks noGrp="1"/>
          </p:cNvSpPr>
          <p:nvPr>
            <p:ph type="pic" idx="20"/>
          </p:nvPr>
        </p:nvSpPr>
        <p:spPr>
          <a:xfrm>
            <a:off x="575387"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69" name="Google Shape;469;p68"/>
          <p:cNvSpPr txBox="1">
            <a:spLocks noGrp="1"/>
          </p:cNvSpPr>
          <p:nvPr>
            <p:ph type="body" idx="21"/>
          </p:nvPr>
        </p:nvSpPr>
        <p:spPr>
          <a:xfrm>
            <a:off x="1637916"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70" name="Google Shape;470;p68"/>
          <p:cNvSpPr>
            <a:spLocks noGrp="1"/>
          </p:cNvSpPr>
          <p:nvPr>
            <p:ph type="pic" idx="22"/>
          </p:nvPr>
        </p:nvSpPr>
        <p:spPr>
          <a:xfrm>
            <a:off x="3483710"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71" name="Google Shape;471;p68"/>
          <p:cNvSpPr txBox="1">
            <a:spLocks noGrp="1"/>
          </p:cNvSpPr>
          <p:nvPr>
            <p:ph type="body" idx="23"/>
          </p:nvPr>
        </p:nvSpPr>
        <p:spPr>
          <a:xfrm>
            <a:off x="4546239"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72" name="Google Shape;472;p68"/>
          <p:cNvSpPr>
            <a:spLocks noGrp="1"/>
          </p:cNvSpPr>
          <p:nvPr>
            <p:ph type="pic" idx="24"/>
          </p:nvPr>
        </p:nvSpPr>
        <p:spPr>
          <a:xfrm>
            <a:off x="6392033"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73" name="Google Shape;473;p68"/>
          <p:cNvSpPr txBox="1">
            <a:spLocks noGrp="1"/>
          </p:cNvSpPr>
          <p:nvPr>
            <p:ph type="body" idx="25"/>
          </p:nvPr>
        </p:nvSpPr>
        <p:spPr>
          <a:xfrm>
            <a:off x="7454562"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74" name="Google Shape;474;p68"/>
          <p:cNvSpPr>
            <a:spLocks noGrp="1"/>
          </p:cNvSpPr>
          <p:nvPr>
            <p:ph type="pic" idx="26"/>
          </p:nvPr>
        </p:nvSpPr>
        <p:spPr>
          <a:xfrm>
            <a:off x="9300356"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475" name="Google Shape;475;p68"/>
          <p:cNvSpPr txBox="1">
            <a:spLocks noGrp="1"/>
          </p:cNvSpPr>
          <p:nvPr>
            <p:ph type="body" idx="27"/>
          </p:nvPr>
        </p:nvSpPr>
        <p:spPr>
          <a:xfrm>
            <a:off x="10362885" y="4667304"/>
            <a:ext cx="137922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76" name="Google Shape;476;p68"/>
          <p:cNvSpPr txBox="1">
            <a:spLocks noGrp="1"/>
          </p:cNvSpPr>
          <p:nvPr>
            <p:ph type="body" idx="28"/>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9 Team Subtitle">
  <p:cSld name="9 Team Subtitle">
    <p:spTree>
      <p:nvGrpSpPr>
        <p:cNvPr id="1" name="Shape 477"/>
        <p:cNvGrpSpPr/>
        <p:nvPr/>
      </p:nvGrpSpPr>
      <p:grpSpPr>
        <a:xfrm>
          <a:off x="0" y="0"/>
          <a:ext cx="0" cy="0"/>
          <a:chOff x="0" y="0"/>
          <a:chExt cx="0" cy="0"/>
        </a:xfrm>
      </p:grpSpPr>
      <p:sp>
        <p:nvSpPr>
          <p:cNvPr id="478" name="Google Shape;478;p69"/>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9" name="Google Shape;479;p69"/>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80" name="Google Shape;480;p69"/>
          <p:cNvSpPr txBox="1">
            <a:spLocks noGrp="1"/>
          </p:cNvSpPr>
          <p:nvPr>
            <p:ph type="body" idx="1"/>
          </p:nvPr>
        </p:nvSpPr>
        <p:spPr>
          <a:xfrm>
            <a:off x="1637916"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1" name="Google Shape;481;p69"/>
          <p:cNvSpPr>
            <a:spLocks noGrp="1"/>
          </p:cNvSpPr>
          <p:nvPr>
            <p:ph type="pic" idx="3"/>
          </p:nvPr>
        </p:nvSpPr>
        <p:spPr>
          <a:xfrm>
            <a:off x="4360325"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82" name="Google Shape;482;p69"/>
          <p:cNvSpPr txBox="1">
            <a:spLocks noGrp="1"/>
          </p:cNvSpPr>
          <p:nvPr>
            <p:ph type="body" idx="4"/>
          </p:nvPr>
        </p:nvSpPr>
        <p:spPr>
          <a:xfrm>
            <a:off x="5426633"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3" name="Google Shape;483;p69"/>
          <p:cNvSpPr>
            <a:spLocks noGrp="1"/>
          </p:cNvSpPr>
          <p:nvPr>
            <p:ph type="pic" idx="5"/>
          </p:nvPr>
        </p:nvSpPr>
        <p:spPr>
          <a:xfrm>
            <a:off x="8145262" y="1639789"/>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84" name="Google Shape;484;p69"/>
          <p:cNvSpPr txBox="1">
            <a:spLocks noGrp="1"/>
          </p:cNvSpPr>
          <p:nvPr>
            <p:ph type="body" idx="6"/>
          </p:nvPr>
        </p:nvSpPr>
        <p:spPr>
          <a:xfrm>
            <a:off x="9215349"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5" name="Google Shape;485;p69"/>
          <p:cNvSpPr>
            <a:spLocks noGrp="1"/>
          </p:cNvSpPr>
          <p:nvPr>
            <p:ph type="pic" idx="7"/>
          </p:nvPr>
        </p:nvSpPr>
        <p:spPr>
          <a:xfrm>
            <a:off x="575387"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86" name="Google Shape;486;p69"/>
          <p:cNvSpPr txBox="1">
            <a:spLocks noGrp="1"/>
          </p:cNvSpPr>
          <p:nvPr>
            <p:ph type="body" idx="8"/>
          </p:nvPr>
        </p:nvSpPr>
        <p:spPr>
          <a:xfrm>
            <a:off x="1637916"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7" name="Google Shape;487;p69"/>
          <p:cNvSpPr>
            <a:spLocks noGrp="1"/>
          </p:cNvSpPr>
          <p:nvPr>
            <p:ph type="pic" idx="9"/>
          </p:nvPr>
        </p:nvSpPr>
        <p:spPr>
          <a:xfrm>
            <a:off x="4360325"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88" name="Google Shape;488;p69"/>
          <p:cNvSpPr txBox="1">
            <a:spLocks noGrp="1"/>
          </p:cNvSpPr>
          <p:nvPr>
            <p:ph type="body" idx="13"/>
          </p:nvPr>
        </p:nvSpPr>
        <p:spPr>
          <a:xfrm>
            <a:off x="5426633"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89" name="Google Shape;489;p69"/>
          <p:cNvSpPr>
            <a:spLocks noGrp="1"/>
          </p:cNvSpPr>
          <p:nvPr>
            <p:ph type="pic" idx="14"/>
          </p:nvPr>
        </p:nvSpPr>
        <p:spPr>
          <a:xfrm>
            <a:off x="8145262" y="315354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90" name="Google Shape;490;p69"/>
          <p:cNvSpPr txBox="1">
            <a:spLocks noGrp="1"/>
          </p:cNvSpPr>
          <p:nvPr>
            <p:ph type="body" idx="15"/>
          </p:nvPr>
        </p:nvSpPr>
        <p:spPr>
          <a:xfrm>
            <a:off x="9215349"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91" name="Google Shape;491;p69"/>
          <p:cNvSpPr>
            <a:spLocks noGrp="1"/>
          </p:cNvSpPr>
          <p:nvPr>
            <p:ph type="pic" idx="16"/>
          </p:nvPr>
        </p:nvSpPr>
        <p:spPr>
          <a:xfrm>
            <a:off x="575387"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492" name="Google Shape;492;p69"/>
          <p:cNvSpPr txBox="1">
            <a:spLocks noGrp="1"/>
          </p:cNvSpPr>
          <p:nvPr>
            <p:ph type="body" idx="17"/>
          </p:nvPr>
        </p:nvSpPr>
        <p:spPr>
          <a:xfrm>
            <a:off x="1637916"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93" name="Google Shape;493;p69"/>
          <p:cNvSpPr>
            <a:spLocks noGrp="1"/>
          </p:cNvSpPr>
          <p:nvPr>
            <p:ph type="pic" idx="18"/>
          </p:nvPr>
        </p:nvSpPr>
        <p:spPr>
          <a:xfrm>
            <a:off x="4360325"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494" name="Google Shape;494;p69"/>
          <p:cNvSpPr txBox="1">
            <a:spLocks noGrp="1"/>
          </p:cNvSpPr>
          <p:nvPr>
            <p:ph type="body" idx="19"/>
          </p:nvPr>
        </p:nvSpPr>
        <p:spPr>
          <a:xfrm>
            <a:off x="5426633"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95" name="Google Shape;495;p69"/>
          <p:cNvSpPr>
            <a:spLocks noGrp="1"/>
          </p:cNvSpPr>
          <p:nvPr>
            <p:ph type="pic" idx="20"/>
          </p:nvPr>
        </p:nvSpPr>
        <p:spPr>
          <a:xfrm>
            <a:off x="8145262" y="4667304"/>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496" name="Google Shape;496;p69"/>
          <p:cNvSpPr txBox="1">
            <a:spLocks noGrp="1"/>
          </p:cNvSpPr>
          <p:nvPr>
            <p:ph type="body" idx="21"/>
          </p:nvPr>
        </p:nvSpPr>
        <p:spPr>
          <a:xfrm>
            <a:off x="9215349"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497" name="Google Shape;497;p69"/>
          <p:cNvSpPr txBox="1">
            <a:spLocks noGrp="1"/>
          </p:cNvSpPr>
          <p:nvPr>
            <p:ph type="body" idx="22"/>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9 Team ">
  <p:cSld name="9 Team ">
    <p:spTree>
      <p:nvGrpSpPr>
        <p:cNvPr id="1" name="Shape 498"/>
        <p:cNvGrpSpPr/>
        <p:nvPr/>
      </p:nvGrpSpPr>
      <p:grpSpPr>
        <a:xfrm>
          <a:off x="0" y="0"/>
          <a:ext cx="0" cy="0"/>
          <a:chOff x="0" y="0"/>
          <a:chExt cx="0" cy="0"/>
        </a:xfrm>
      </p:grpSpPr>
      <p:sp>
        <p:nvSpPr>
          <p:cNvPr id="499" name="Google Shape;499;p70"/>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0" name="Google Shape;500;p70"/>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01" name="Google Shape;501;p70"/>
          <p:cNvSpPr txBox="1">
            <a:spLocks noGrp="1"/>
          </p:cNvSpPr>
          <p:nvPr>
            <p:ph type="body" idx="1"/>
          </p:nvPr>
        </p:nvSpPr>
        <p:spPr>
          <a:xfrm>
            <a:off x="1637916"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02" name="Google Shape;502;p70"/>
          <p:cNvSpPr>
            <a:spLocks noGrp="1"/>
          </p:cNvSpPr>
          <p:nvPr>
            <p:ph type="pic" idx="3"/>
          </p:nvPr>
        </p:nvSpPr>
        <p:spPr>
          <a:xfrm>
            <a:off x="4360325"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03" name="Google Shape;503;p70"/>
          <p:cNvSpPr txBox="1">
            <a:spLocks noGrp="1"/>
          </p:cNvSpPr>
          <p:nvPr>
            <p:ph type="body" idx="4"/>
          </p:nvPr>
        </p:nvSpPr>
        <p:spPr>
          <a:xfrm>
            <a:off x="5426633"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04" name="Google Shape;504;p70"/>
          <p:cNvSpPr>
            <a:spLocks noGrp="1"/>
          </p:cNvSpPr>
          <p:nvPr>
            <p:ph type="pic" idx="5"/>
          </p:nvPr>
        </p:nvSpPr>
        <p:spPr>
          <a:xfrm>
            <a:off x="8145262" y="1639789"/>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05" name="Google Shape;505;p70"/>
          <p:cNvSpPr txBox="1">
            <a:spLocks noGrp="1"/>
          </p:cNvSpPr>
          <p:nvPr>
            <p:ph type="body" idx="6"/>
          </p:nvPr>
        </p:nvSpPr>
        <p:spPr>
          <a:xfrm>
            <a:off x="9215349" y="1639789"/>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06" name="Google Shape;506;p70"/>
          <p:cNvSpPr>
            <a:spLocks noGrp="1"/>
          </p:cNvSpPr>
          <p:nvPr>
            <p:ph type="pic" idx="7"/>
          </p:nvPr>
        </p:nvSpPr>
        <p:spPr>
          <a:xfrm>
            <a:off x="575387"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07" name="Google Shape;507;p70"/>
          <p:cNvSpPr txBox="1">
            <a:spLocks noGrp="1"/>
          </p:cNvSpPr>
          <p:nvPr>
            <p:ph type="body" idx="8"/>
          </p:nvPr>
        </p:nvSpPr>
        <p:spPr>
          <a:xfrm>
            <a:off x="1637916"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08" name="Google Shape;508;p70"/>
          <p:cNvSpPr>
            <a:spLocks noGrp="1"/>
          </p:cNvSpPr>
          <p:nvPr>
            <p:ph type="pic" idx="9"/>
          </p:nvPr>
        </p:nvSpPr>
        <p:spPr>
          <a:xfrm>
            <a:off x="4360325" y="3153548"/>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09" name="Google Shape;509;p70"/>
          <p:cNvSpPr txBox="1">
            <a:spLocks noGrp="1"/>
          </p:cNvSpPr>
          <p:nvPr>
            <p:ph type="body" idx="13"/>
          </p:nvPr>
        </p:nvSpPr>
        <p:spPr>
          <a:xfrm>
            <a:off x="5426633"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10" name="Google Shape;510;p70"/>
          <p:cNvSpPr>
            <a:spLocks noGrp="1"/>
          </p:cNvSpPr>
          <p:nvPr>
            <p:ph type="pic" idx="14"/>
          </p:nvPr>
        </p:nvSpPr>
        <p:spPr>
          <a:xfrm>
            <a:off x="8145262" y="315354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11" name="Google Shape;511;p70"/>
          <p:cNvSpPr txBox="1">
            <a:spLocks noGrp="1"/>
          </p:cNvSpPr>
          <p:nvPr>
            <p:ph type="body" idx="15"/>
          </p:nvPr>
        </p:nvSpPr>
        <p:spPr>
          <a:xfrm>
            <a:off x="9215349" y="3153547"/>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12" name="Google Shape;512;p70"/>
          <p:cNvSpPr>
            <a:spLocks noGrp="1"/>
          </p:cNvSpPr>
          <p:nvPr>
            <p:ph type="pic" idx="16"/>
          </p:nvPr>
        </p:nvSpPr>
        <p:spPr>
          <a:xfrm>
            <a:off x="575387"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13" name="Google Shape;513;p70"/>
          <p:cNvSpPr txBox="1">
            <a:spLocks noGrp="1"/>
          </p:cNvSpPr>
          <p:nvPr>
            <p:ph type="body" idx="17"/>
          </p:nvPr>
        </p:nvSpPr>
        <p:spPr>
          <a:xfrm>
            <a:off x="1637916"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14" name="Google Shape;514;p70"/>
          <p:cNvSpPr>
            <a:spLocks noGrp="1"/>
          </p:cNvSpPr>
          <p:nvPr>
            <p:ph type="pic" idx="18"/>
          </p:nvPr>
        </p:nvSpPr>
        <p:spPr>
          <a:xfrm>
            <a:off x="4360325" y="4667305"/>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15" name="Google Shape;515;p70"/>
          <p:cNvSpPr txBox="1">
            <a:spLocks noGrp="1"/>
          </p:cNvSpPr>
          <p:nvPr>
            <p:ph type="body" idx="19"/>
          </p:nvPr>
        </p:nvSpPr>
        <p:spPr>
          <a:xfrm>
            <a:off x="5426633"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16" name="Google Shape;516;p70"/>
          <p:cNvSpPr>
            <a:spLocks noGrp="1"/>
          </p:cNvSpPr>
          <p:nvPr>
            <p:ph type="pic" idx="20"/>
          </p:nvPr>
        </p:nvSpPr>
        <p:spPr>
          <a:xfrm>
            <a:off x="8145262" y="4667304"/>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17" name="Google Shape;517;p70"/>
          <p:cNvSpPr txBox="1">
            <a:spLocks noGrp="1"/>
          </p:cNvSpPr>
          <p:nvPr>
            <p:ph type="body" idx="21"/>
          </p:nvPr>
        </p:nvSpPr>
        <p:spPr>
          <a:xfrm>
            <a:off x="9215349" y="4667304"/>
            <a:ext cx="2314408" cy="978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6 Team Subtitle">
  <p:cSld name="6 Team Subtitle">
    <p:spTree>
      <p:nvGrpSpPr>
        <p:cNvPr id="1" name="Shape 518"/>
        <p:cNvGrpSpPr/>
        <p:nvPr/>
      </p:nvGrpSpPr>
      <p:grpSpPr>
        <a:xfrm>
          <a:off x="0" y="0"/>
          <a:ext cx="0" cy="0"/>
          <a:chOff x="0" y="0"/>
          <a:chExt cx="0" cy="0"/>
        </a:xfrm>
      </p:grpSpPr>
      <p:sp>
        <p:nvSpPr>
          <p:cNvPr id="519" name="Google Shape;519;p71"/>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0" name="Google Shape;520;p71"/>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21" name="Google Shape;521;p71"/>
          <p:cNvSpPr txBox="1">
            <a:spLocks noGrp="1"/>
          </p:cNvSpPr>
          <p:nvPr>
            <p:ph type="body" idx="1"/>
          </p:nvPr>
        </p:nvSpPr>
        <p:spPr>
          <a:xfrm>
            <a:off x="1637916"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22" name="Google Shape;522;p71"/>
          <p:cNvSpPr>
            <a:spLocks noGrp="1"/>
          </p:cNvSpPr>
          <p:nvPr>
            <p:ph type="pic" idx="3"/>
          </p:nvPr>
        </p:nvSpPr>
        <p:spPr>
          <a:xfrm>
            <a:off x="4360325"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23" name="Google Shape;523;p71"/>
          <p:cNvSpPr txBox="1">
            <a:spLocks noGrp="1"/>
          </p:cNvSpPr>
          <p:nvPr>
            <p:ph type="body" idx="4"/>
          </p:nvPr>
        </p:nvSpPr>
        <p:spPr>
          <a:xfrm>
            <a:off x="5426633"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24" name="Google Shape;524;p71"/>
          <p:cNvSpPr>
            <a:spLocks noGrp="1"/>
          </p:cNvSpPr>
          <p:nvPr>
            <p:ph type="pic" idx="5"/>
          </p:nvPr>
        </p:nvSpPr>
        <p:spPr>
          <a:xfrm>
            <a:off x="8145262" y="1639789"/>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25" name="Google Shape;525;p71"/>
          <p:cNvSpPr txBox="1">
            <a:spLocks noGrp="1"/>
          </p:cNvSpPr>
          <p:nvPr>
            <p:ph type="body" idx="6"/>
          </p:nvPr>
        </p:nvSpPr>
        <p:spPr>
          <a:xfrm>
            <a:off x="9215349"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26" name="Google Shape;526;p71"/>
          <p:cNvSpPr>
            <a:spLocks noGrp="1"/>
          </p:cNvSpPr>
          <p:nvPr>
            <p:ph type="pic" idx="7"/>
          </p:nvPr>
        </p:nvSpPr>
        <p:spPr>
          <a:xfrm>
            <a:off x="575387" y="388657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27" name="Google Shape;527;p71"/>
          <p:cNvSpPr txBox="1">
            <a:spLocks noGrp="1"/>
          </p:cNvSpPr>
          <p:nvPr>
            <p:ph type="body" idx="8"/>
          </p:nvPr>
        </p:nvSpPr>
        <p:spPr>
          <a:xfrm>
            <a:off x="1637916"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28" name="Google Shape;528;p71"/>
          <p:cNvSpPr>
            <a:spLocks noGrp="1"/>
          </p:cNvSpPr>
          <p:nvPr>
            <p:ph type="pic" idx="9"/>
          </p:nvPr>
        </p:nvSpPr>
        <p:spPr>
          <a:xfrm>
            <a:off x="4360325" y="388657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29" name="Google Shape;529;p71"/>
          <p:cNvSpPr txBox="1">
            <a:spLocks noGrp="1"/>
          </p:cNvSpPr>
          <p:nvPr>
            <p:ph type="body" idx="13"/>
          </p:nvPr>
        </p:nvSpPr>
        <p:spPr>
          <a:xfrm>
            <a:off x="5426633"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30" name="Google Shape;530;p71"/>
          <p:cNvSpPr>
            <a:spLocks noGrp="1"/>
          </p:cNvSpPr>
          <p:nvPr>
            <p:ph type="pic" idx="14"/>
          </p:nvPr>
        </p:nvSpPr>
        <p:spPr>
          <a:xfrm>
            <a:off x="8145262" y="3886576"/>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31" name="Google Shape;531;p71"/>
          <p:cNvSpPr txBox="1">
            <a:spLocks noGrp="1"/>
          </p:cNvSpPr>
          <p:nvPr>
            <p:ph type="body" idx="15"/>
          </p:nvPr>
        </p:nvSpPr>
        <p:spPr>
          <a:xfrm>
            <a:off x="9215349"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32" name="Google Shape;532;p71"/>
          <p:cNvSpPr txBox="1">
            <a:spLocks noGrp="1"/>
          </p:cNvSpPr>
          <p:nvPr>
            <p:ph type="body" idx="16"/>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6 Team ">
  <p:cSld name="6 Team ">
    <p:spTree>
      <p:nvGrpSpPr>
        <p:cNvPr id="1" name="Shape 533"/>
        <p:cNvGrpSpPr/>
        <p:nvPr/>
      </p:nvGrpSpPr>
      <p:grpSpPr>
        <a:xfrm>
          <a:off x="0" y="0"/>
          <a:ext cx="0" cy="0"/>
          <a:chOff x="0" y="0"/>
          <a:chExt cx="0" cy="0"/>
        </a:xfrm>
      </p:grpSpPr>
      <p:sp>
        <p:nvSpPr>
          <p:cNvPr id="534" name="Google Shape;534;p72"/>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5" name="Google Shape;535;p72"/>
          <p:cNvSpPr>
            <a:spLocks noGrp="1"/>
          </p:cNvSpPr>
          <p:nvPr>
            <p:ph type="pic" idx="2"/>
          </p:nvPr>
        </p:nvSpPr>
        <p:spPr>
          <a:xfrm>
            <a:off x="575387"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36" name="Google Shape;536;p72"/>
          <p:cNvSpPr txBox="1">
            <a:spLocks noGrp="1"/>
          </p:cNvSpPr>
          <p:nvPr>
            <p:ph type="body" idx="1"/>
          </p:nvPr>
        </p:nvSpPr>
        <p:spPr>
          <a:xfrm>
            <a:off x="1637916"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37" name="Google Shape;537;p72"/>
          <p:cNvSpPr>
            <a:spLocks noGrp="1"/>
          </p:cNvSpPr>
          <p:nvPr>
            <p:ph type="pic" idx="3"/>
          </p:nvPr>
        </p:nvSpPr>
        <p:spPr>
          <a:xfrm>
            <a:off x="4360325" y="1639790"/>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38" name="Google Shape;538;p72"/>
          <p:cNvSpPr txBox="1">
            <a:spLocks noGrp="1"/>
          </p:cNvSpPr>
          <p:nvPr>
            <p:ph type="body" idx="4"/>
          </p:nvPr>
        </p:nvSpPr>
        <p:spPr>
          <a:xfrm>
            <a:off x="5426633"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39" name="Google Shape;539;p72"/>
          <p:cNvSpPr>
            <a:spLocks noGrp="1"/>
          </p:cNvSpPr>
          <p:nvPr>
            <p:ph type="pic" idx="5"/>
          </p:nvPr>
        </p:nvSpPr>
        <p:spPr>
          <a:xfrm>
            <a:off x="8145262" y="1639789"/>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40" name="Google Shape;540;p72"/>
          <p:cNvSpPr txBox="1">
            <a:spLocks noGrp="1"/>
          </p:cNvSpPr>
          <p:nvPr>
            <p:ph type="body" idx="6"/>
          </p:nvPr>
        </p:nvSpPr>
        <p:spPr>
          <a:xfrm>
            <a:off x="9215349" y="1639788"/>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41" name="Google Shape;541;p72"/>
          <p:cNvSpPr>
            <a:spLocks noGrp="1"/>
          </p:cNvSpPr>
          <p:nvPr>
            <p:ph type="pic" idx="7"/>
          </p:nvPr>
        </p:nvSpPr>
        <p:spPr>
          <a:xfrm>
            <a:off x="575387" y="388657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42" name="Google Shape;542;p72"/>
          <p:cNvSpPr txBox="1">
            <a:spLocks noGrp="1"/>
          </p:cNvSpPr>
          <p:nvPr>
            <p:ph type="body" idx="8"/>
          </p:nvPr>
        </p:nvSpPr>
        <p:spPr>
          <a:xfrm>
            <a:off x="1637916"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43" name="Google Shape;543;p72"/>
          <p:cNvSpPr>
            <a:spLocks noGrp="1"/>
          </p:cNvSpPr>
          <p:nvPr>
            <p:ph type="pic" idx="9"/>
          </p:nvPr>
        </p:nvSpPr>
        <p:spPr>
          <a:xfrm>
            <a:off x="4360325" y="3886577"/>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44" name="Google Shape;544;p72"/>
          <p:cNvSpPr txBox="1">
            <a:spLocks noGrp="1"/>
          </p:cNvSpPr>
          <p:nvPr>
            <p:ph type="body" idx="13"/>
          </p:nvPr>
        </p:nvSpPr>
        <p:spPr>
          <a:xfrm>
            <a:off x="5426633"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45" name="Google Shape;545;p72"/>
          <p:cNvSpPr>
            <a:spLocks noGrp="1"/>
          </p:cNvSpPr>
          <p:nvPr>
            <p:ph type="pic" idx="14"/>
          </p:nvPr>
        </p:nvSpPr>
        <p:spPr>
          <a:xfrm>
            <a:off x="8145262" y="3886576"/>
            <a:ext cx="914400" cy="9144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46" name="Google Shape;546;p72"/>
          <p:cNvSpPr txBox="1">
            <a:spLocks noGrp="1"/>
          </p:cNvSpPr>
          <p:nvPr>
            <p:ph type="body" idx="15"/>
          </p:nvPr>
        </p:nvSpPr>
        <p:spPr>
          <a:xfrm>
            <a:off x="9215349" y="3886575"/>
            <a:ext cx="231440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4 Team Subtitle">
  <p:cSld name="4 Team Subtitle">
    <p:spTree>
      <p:nvGrpSpPr>
        <p:cNvPr id="1" name="Shape 547"/>
        <p:cNvGrpSpPr/>
        <p:nvPr/>
      </p:nvGrpSpPr>
      <p:grpSpPr>
        <a:xfrm>
          <a:off x="0" y="0"/>
          <a:ext cx="0" cy="0"/>
          <a:chOff x="0" y="0"/>
          <a:chExt cx="0" cy="0"/>
        </a:xfrm>
      </p:grpSpPr>
      <p:sp>
        <p:nvSpPr>
          <p:cNvPr id="548" name="Google Shape;548;p73"/>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9" name="Google Shape;549;p73"/>
          <p:cNvSpPr>
            <a:spLocks noGrp="1"/>
          </p:cNvSpPr>
          <p:nvPr>
            <p:ph type="pic" idx="2"/>
          </p:nvPr>
        </p:nvSpPr>
        <p:spPr>
          <a:xfrm>
            <a:off x="575387" y="1639790"/>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50" name="Google Shape;550;p73"/>
          <p:cNvSpPr txBox="1">
            <a:spLocks noGrp="1"/>
          </p:cNvSpPr>
          <p:nvPr>
            <p:ph type="body" idx="1"/>
          </p:nvPr>
        </p:nvSpPr>
        <p:spPr>
          <a:xfrm>
            <a:off x="2295374" y="1639788"/>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51" name="Google Shape;551;p73"/>
          <p:cNvSpPr>
            <a:spLocks noGrp="1"/>
          </p:cNvSpPr>
          <p:nvPr>
            <p:ph type="pic" idx="3"/>
          </p:nvPr>
        </p:nvSpPr>
        <p:spPr>
          <a:xfrm>
            <a:off x="6279803" y="1639790"/>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52" name="Google Shape;552;p73"/>
          <p:cNvSpPr txBox="1">
            <a:spLocks noGrp="1"/>
          </p:cNvSpPr>
          <p:nvPr>
            <p:ph type="body" idx="4"/>
          </p:nvPr>
        </p:nvSpPr>
        <p:spPr>
          <a:xfrm>
            <a:off x="8003569" y="1639788"/>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53" name="Google Shape;553;p73"/>
          <p:cNvSpPr>
            <a:spLocks noGrp="1"/>
          </p:cNvSpPr>
          <p:nvPr>
            <p:ph type="pic" idx="5"/>
          </p:nvPr>
        </p:nvSpPr>
        <p:spPr>
          <a:xfrm>
            <a:off x="575387" y="3886577"/>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54" name="Google Shape;554;p73"/>
          <p:cNvSpPr txBox="1">
            <a:spLocks noGrp="1"/>
          </p:cNvSpPr>
          <p:nvPr>
            <p:ph type="body" idx="6"/>
          </p:nvPr>
        </p:nvSpPr>
        <p:spPr>
          <a:xfrm>
            <a:off x="2295374" y="3886575"/>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55" name="Google Shape;555;p73"/>
          <p:cNvSpPr>
            <a:spLocks noGrp="1"/>
          </p:cNvSpPr>
          <p:nvPr>
            <p:ph type="pic" idx="7"/>
          </p:nvPr>
        </p:nvSpPr>
        <p:spPr>
          <a:xfrm>
            <a:off x="6279803" y="3886577"/>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56" name="Google Shape;556;p73"/>
          <p:cNvSpPr txBox="1">
            <a:spLocks noGrp="1"/>
          </p:cNvSpPr>
          <p:nvPr>
            <p:ph type="body" idx="8"/>
          </p:nvPr>
        </p:nvSpPr>
        <p:spPr>
          <a:xfrm>
            <a:off x="8003569" y="3886575"/>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57" name="Google Shape;557;p73"/>
          <p:cNvSpPr txBox="1">
            <a:spLocks noGrp="1"/>
          </p:cNvSpPr>
          <p:nvPr>
            <p:ph type="body" idx="9"/>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4 Team Subtitle">
  <p:cSld name="1_4 Team Subtitle">
    <p:spTree>
      <p:nvGrpSpPr>
        <p:cNvPr id="1" name="Shape 558"/>
        <p:cNvGrpSpPr/>
        <p:nvPr/>
      </p:nvGrpSpPr>
      <p:grpSpPr>
        <a:xfrm>
          <a:off x="0" y="0"/>
          <a:ext cx="0" cy="0"/>
          <a:chOff x="0" y="0"/>
          <a:chExt cx="0" cy="0"/>
        </a:xfrm>
      </p:grpSpPr>
      <p:sp>
        <p:nvSpPr>
          <p:cNvPr id="559" name="Google Shape;559;p74"/>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0" name="Google Shape;560;p74"/>
          <p:cNvSpPr>
            <a:spLocks noGrp="1"/>
          </p:cNvSpPr>
          <p:nvPr>
            <p:ph type="pic" idx="2"/>
          </p:nvPr>
        </p:nvSpPr>
        <p:spPr>
          <a:xfrm>
            <a:off x="575387" y="1639790"/>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61" name="Google Shape;561;p74"/>
          <p:cNvSpPr txBox="1">
            <a:spLocks noGrp="1"/>
          </p:cNvSpPr>
          <p:nvPr>
            <p:ph type="body" idx="1"/>
          </p:nvPr>
        </p:nvSpPr>
        <p:spPr>
          <a:xfrm>
            <a:off x="2295374" y="1639788"/>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62" name="Google Shape;562;p74"/>
          <p:cNvSpPr>
            <a:spLocks noGrp="1"/>
          </p:cNvSpPr>
          <p:nvPr>
            <p:ph type="pic" idx="3"/>
          </p:nvPr>
        </p:nvSpPr>
        <p:spPr>
          <a:xfrm>
            <a:off x="6279803" y="1639790"/>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63" name="Google Shape;563;p74"/>
          <p:cNvSpPr txBox="1">
            <a:spLocks noGrp="1"/>
          </p:cNvSpPr>
          <p:nvPr>
            <p:ph type="body" idx="4"/>
          </p:nvPr>
        </p:nvSpPr>
        <p:spPr>
          <a:xfrm>
            <a:off x="8003569" y="1639788"/>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64" name="Google Shape;564;p74"/>
          <p:cNvSpPr>
            <a:spLocks noGrp="1"/>
          </p:cNvSpPr>
          <p:nvPr>
            <p:ph type="pic" idx="5"/>
          </p:nvPr>
        </p:nvSpPr>
        <p:spPr>
          <a:xfrm>
            <a:off x="575387" y="3886577"/>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65" name="Google Shape;565;p74"/>
          <p:cNvSpPr txBox="1">
            <a:spLocks noGrp="1"/>
          </p:cNvSpPr>
          <p:nvPr>
            <p:ph type="body" idx="6"/>
          </p:nvPr>
        </p:nvSpPr>
        <p:spPr>
          <a:xfrm>
            <a:off x="2295374" y="3886575"/>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66" name="Google Shape;566;p74"/>
          <p:cNvSpPr>
            <a:spLocks noGrp="1"/>
          </p:cNvSpPr>
          <p:nvPr>
            <p:ph type="pic" idx="7"/>
          </p:nvPr>
        </p:nvSpPr>
        <p:spPr>
          <a:xfrm>
            <a:off x="6279803" y="3886577"/>
            <a:ext cx="1534154" cy="1534154"/>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67" name="Google Shape;567;p74"/>
          <p:cNvSpPr txBox="1">
            <a:spLocks noGrp="1"/>
          </p:cNvSpPr>
          <p:nvPr>
            <p:ph type="body" idx="8"/>
          </p:nvPr>
        </p:nvSpPr>
        <p:spPr>
          <a:xfrm>
            <a:off x="8003569" y="3886575"/>
            <a:ext cx="3558678" cy="19422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0000"/>
              </a:lnSpc>
              <a:spcBef>
                <a:spcPts val="28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1pPr>
            <a:lvl2pPr marL="914400" marR="0" lvl="1" indent="-228600" algn="l" rtl="0">
              <a:lnSpc>
                <a:spcPct val="90000"/>
              </a:lnSpc>
              <a:spcBef>
                <a:spcPts val="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2pPr>
            <a:lvl3pPr marL="1371600" marR="0" lvl="2" indent="-228600" algn="l" rtl="0">
              <a:spcBef>
                <a:spcPts val="800"/>
              </a:spcBef>
              <a:spcAft>
                <a:spcPts val="0"/>
              </a:spcAft>
              <a:buClr>
                <a:schemeClr val="accent1"/>
              </a:buClr>
              <a:buSzPts val="1200"/>
              <a:buFont typeface="Arial"/>
              <a:buNone/>
              <a:defRPr sz="12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3 Team Subtitle">
  <p:cSld name="3 Team Subtitle">
    <p:spTree>
      <p:nvGrpSpPr>
        <p:cNvPr id="1" name="Shape 568"/>
        <p:cNvGrpSpPr/>
        <p:nvPr/>
      </p:nvGrpSpPr>
      <p:grpSpPr>
        <a:xfrm>
          <a:off x="0" y="0"/>
          <a:ext cx="0" cy="0"/>
          <a:chOff x="0" y="0"/>
          <a:chExt cx="0" cy="0"/>
        </a:xfrm>
      </p:grpSpPr>
      <p:sp>
        <p:nvSpPr>
          <p:cNvPr id="569" name="Google Shape;569;p75"/>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0" name="Google Shape;570;p75"/>
          <p:cNvSpPr>
            <a:spLocks noGrp="1"/>
          </p:cNvSpPr>
          <p:nvPr>
            <p:ph type="pic" idx="2"/>
          </p:nvPr>
        </p:nvSpPr>
        <p:spPr>
          <a:xfrm>
            <a:off x="1564225"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71" name="Google Shape;571;p75"/>
          <p:cNvSpPr txBox="1">
            <a:spLocks noGrp="1"/>
          </p:cNvSpPr>
          <p:nvPr>
            <p:ph type="body" idx="1"/>
          </p:nvPr>
        </p:nvSpPr>
        <p:spPr>
          <a:xfrm>
            <a:off x="575387"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ctr" rtl="0">
              <a:lnSpc>
                <a:spcPct val="90000"/>
              </a:lnSpc>
              <a:spcBef>
                <a:spcPts val="0"/>
              </a:spcBef>
              <a:spcAft>
                <a:spcPts val="0"/>
              </a:spcAft>
              <a:buClr>
                <a:schemeClr val="accent1"/>
              </a:buClr>
              <a:buSzPts val="1400"/>
              <a:buFont typeface="Arial"/>
              <a:buNone/>
              <a:defRPr sz="1400" b="0" i="1" u="none" strike="noStrike" cap="none">
                <a:solidFill>
                  <a:schemeClr val="dk1"/>
                </a:solidFill>
                <a:latin typeface="Arial"/>
                <a:ea typeface="Arial"/>
                <a:cs typeface="Arial"/>
                <a:sym typeface="Arial"/>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72" name="Google Shape;572;p75"/>
          <p:cNvSpPr>
            <a:spLocks noGrp="1"/>
          </p:cNvSpPr>
          <p:nvPr>
            <p:ph type="pic" idx="3"/>
          </p:nvPr>
        </p:nvSpPr>
        <p:spPr>
          <a:xfrm>
            <a:off x="5349163"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73" name="Google Shape;573;p75"/>
          <p:cNvSpPr txBox="1">
            <a:spLocks noGrp="1"/>
          </p:cNvSpPr>
          <p:nvPr>
            <p:ph type="body" idx="4"/>
          </p:nvPr>
        </p:nvSpPr>
        <p:spPr>
          <a:xfrm>
            <a:off x="4360325"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ctr" rtl="0">
              <a:lnSpc>
                <a:spcPct val="90000"/>
              </a:lnSpc>
              <a:spcBef>
                <a:spcPts val="0"/>
              </a:spcBef>
              <a:spcAft>
                <a:spcPts val="0"/>
              </a:spcAft>
              <a:buClr>
                <a:schemeClr val="accent1"/>
              </a:buClr>
              <a:buSzPts val="1400"/>
              <a:buFont typeface="Arial"/>
              <a:buNone/>
              <a:defRPr sz="1400" b="0" i="1" u="none" strike="noStrike" cap="none">
                <a:solidFill>
                  <a:schemeClr val="dk1"/>
                </a:solidFill>
                <a:latin typeface="Arial"/>
                <a:ea typeface="Arial"/>
                <a:cs typeface="Arial"/>
                <a:sym typeface="Arial"/>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74" name="Google Shape;574;p75"/>
          <p:cNvSpPr>
            <a:spLocks noGrp="1"/>
          </p:cNvSpPr>
          <p:nvPr>
            <p:ph type="pic" idx="5"/>
          </p:nvPr>
        </p:nvSpPr>
        <p:spPr>
          <a:xfrm>
            <a:off x="9134100" y="1639789"/>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75" name="Google Shape;575;p75"/>
          <p:cNvSpPr txBox="1">
            <a:spLocks noGrp="1"/>
          </p:cNvSpPr>
          <p:nvPr>
            <p:ph type="body" idx="6"/>
          </p:nvPr>
        </p:nvSpPr>
        <p:spPr>
          <a:xfrm>
            <a:off x="8145262"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ctr" rtl="0">
              <a:lnSpc>
                <a:spcPct val="90000"/>
              </a:lnSpc>
              <a:spcBef>
                <a:spcPts val="0"/>
              </a:spcBef>
              <a:spcAft>
                <a:spcPts val="0"/>
              </a:spcAft>
              <a:buClr>
                <a:schemeClr val="accent1"/>
              </a:buClr>
              <a:buSzPts val="1400"/>
              <a:buFont typeface="Arial"/>
              <a:buNone/>
              <a:defRPr sz="1400" b="0" i="1" u="none" strike="noStrike" cap="none">
                <a:solidFill>
                  <a:schemeClr val="dk1"/>
                </a:solidFill>
                <a:latin typeface="Arial"/>
                <a:ea typeface="Arial"/>
                <a:cs typeface="Arial"/>
                <a:sym typeface="Arial"/>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76" name="Google Shape;576;p75"/>
          <p:cNvSpPr txBox="1">
            <a:spLocks noGrp="1"/>
          </p:cNvSpPr>
          <p:nvPr>
            <p:ph type="body" idx="7"/>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3 Team 2">
  <p:cSld name="3 Team 2">
    <p:spTree>
      <p:nvGrpSpPr>
        <p:cNvPr id="1" name="Shape 577"/>
        <p:cNvGrpSpPr/>
        <p:nvPr/>
      </p:nvGrpSpPr>
      <p:grpSpPr>
        <a:xfrm>
          <a:off x="0" y="0"/>
          <a:ext cx="0" cy="0"/>
          <a:chOff x="0" y="0"/>
          <a:chExt cx="0" cy="0"/>
        </a:xfrm>
      </p:grpSpPr>
      <p:sp>
        <p:nvSpPr>
          <p:cNvPr id="578" name="Google Shape;578;p76"/>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9" name="Google Shape;579;p76"/>
          <p:cNvSpPr>
            <a:spLocks noGrp="1"/>
          </p:cNvSpPr>
          <p:nvPr>
            <p:ph type="pic" idx="2"/>
          </p:nvPr>
        </p:nvSpPr>
        <p:spPr>
          <a:xfrm>
            <a:off x="1564225"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80" name="Google Shape;580;p76"/>
          <p:cNvSpPr txBox="1">
            <a:spLocks noGrp="1"/>
          </p:cNvSpPr>
          <p:nvPr>
            <p:ph type="body" idx="1"/>
          </p:nvPr>
        </p:nvSpPr>
        <p:spPr>
          <a:xfrm>
            <a:off x="575387"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81" name="Google Shape;581;p76"/>
          <p:cNvSpPr>
            <a:spLocks noGrp="1"/>
          </p:cNvSpPr>
          <p:nvPr>
            <p:ph type="pic" idx="3"/>
          </p:nvPr>
        </p:nvSpPr>
        <p:spPr>
          <a:xfrm>
            <a:off x="5349163"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82" name="Google Shape;582;p76"/>
          <p:cNvSpPr txBox="1">
            <a:spLocks noGrp="1"/>
          </p:cNvSpPr>
          <p:nvPr>
            <p:ph type="body" idx="4"/>
          </p:nvPr>
        </p:nvSpPr>
        <p:spPr>
          <a:xfrm>
            <a:off x="4360325"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83" name="Google Shape;583;p76"/>
          <p:cNvSpPr>
            <a:spLocks noGrp="1"/>
          </p:cNvSpPr>
          <p:nvPr>
            <p:ph type="pic" idx="5"/>
          </p:nvPr>
        </p:nvSpPr>
        <p:spPr>
          <a:xfrm>
            <a:off x="9134100" y="1639789"/>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84" name="Google Shape;584;p76"/>
          <p:cNvSpPr txBox="1">
            <a:spLocks noGrp="1"/>
          </p:cNvSpPr>
          <p:nvPr>
            <p:ph type="body" idx="6"/>
          </p:nvPr>
        </p:nvSpPr>
        <p:spPr>
          <a:xfrm>
            <a:off x="8145262" y="3256992"/>
            <a:ext cx="3376937"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Inter Medium"/>
                <a:ea typeface="Inter Medium"/>
                <a:cs typeface="Inter Medium"/>
                <a:sym typeface="Inter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Inter Medium"/>
                <a:ea typeface="Inter Medium"/>
                <a:cs typeface="Inter Medium"/>
                <a:sym typeface="Inter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4 Team Subtitle 2">
  <p:cSld name="4 Team Subtitle 2">
    <p:spTree>
      <p:nvGrpSpPr>
        <p:cNvPr id="1" name="Shape 585"/>
        <p:cNvGrpSpPr/>
        <p:nvPr/>
      </p:nvGrpSpPr>
      <p:grpSpPr>
        <a:xfrm>
          <a:off x="0" y="0"/>
          <a:ext cx="0" cy="0"/>
          <a:chOff x="0" y="0"/>
          <a:chExt cx="0" cy="0"/>
        </a:xfrm>
      </p:grpSpPr>
      <p:sp>
        <p:nvSpPr>
          <p:cNvPr id="586" name="Google Shape;586;p77"/>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7" name="Google Shape;587;p77"/>
          <p:cNvSpPr>
            <a:spLocks noGrp="1"/>
          </p:cNvSpPr>
          <p:nvPr>
            <p:ph type="pic" idx="2"/>
          </p:nvPr>
        </p:nvSpPr>
        <p:spPr>
          <a:xfrm>
            <a:off x="1221602"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88" name="Google Shape;588;p77"/>
          <p:cNvSpPr txBox="1">
            <a:spLocks noGrp="1"/>
          </p:cNvSpPr>
          <p:nvPr>
            <p:ph type="body" idx="1"/>
          </p:nvPr>
        </p:nvSpPr>
        <p:spPr>
          <a:xfrm>
            <a:off x="719254"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89" name="Google Shape;589;p77"/>
          <p:cNvSpPr>
            <a:spLocks noGrp="1"/>
          </p:cNvSpPr>
          <p:nvPr>
            <p:ph type="pic" idx="3"/>
          </p:nvPr>
        </p:nvSpPr>
        <p:spPr>
          <a:xfrm>
            <a:off x="4025464"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90" name="Google Shape;590;p77"/>
          <p:cNvSpPr txBox="1">
            <a:spLocks noGrp="1"/>
          </p:cNvSpPr>
          <p:nvPr>
            <p:ph type="body" idx="4"/>
          </p:nvPr>
        </p:nvSpPr>
        <p:spPr>
          <a:xfrm>
            <a:off x="3523116"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91" name="Google Shape;591;p77"/>
          <p:cNvSpPr>
            <a:spLocks noGrp="1"/>
          </p:cNvSpPr>
          <p:nvPr>
            <p:ph type="pic" idx="5"/>
          </p:nvPr>
        </p:nvSpPr>
        <p:spPr>
          <a:xfrm>
            <a:off x="6829326"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92" name="Google Shape;592;p77"/>
          <p:cNvSpPr txBox="1">
            <a:spLocks noGrp="1"/>
          </p:cNvSpPr>
          <p:nvPr>
            <p:ph type="body" idx="6"/>
          </p:nvPr>
        </p:nvSpPr>
        <p:spPr>
          <a:xfrm>
            <a:off x="6326978"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93" name="Google Shape;593;p77"/>
          <p:cNvSpPr txBox="1">
            <a:spLocks noGrp="1"/>
          </p:cNvSpPr>
          <p:nvPr>
            <p:ph type="body" idx="7"/>
          </p:nvPr>
        </p:nvSpPr>
        <p:spPr>
          <a:xfrm>
            <a:off x="914400" y="933450"/>
            <a:ext cx="10363200" cy="40640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6000"/>
              </a:lnSpc>
              <a:spcBef>
                <a:spcPts val="0"/>
              </a:spcBef>
              <a:spcAft>
                <a:spcPts val="0"/>
              </a:spcAft>
              <a:buClr>
                <a:schemeClr val="accent1"/>
              </a:buClr>
              <a:buSzPts val="1800"/>
              <a:buFont typeface="Arial"/>
              <a:buNone/>
              <a:defRPr sz="1800" b="0" i="0" u="none" strike="noStrike" cap="none">
                <a:solidFill>
                  <a:schemeClr val="dk1"/>
                </a:solidFill>
                <a:latin typeface="Inter Medium"/>
                <a:ea typeface="Inter Medium"/>
                <a:cs typeface="Inter Medium"/>
                <a:sym typeface="Inter Medium"/>
              </a:defRPr>
            </a:lvl1pPr>
            <a:lvl2pPr marL="914400" marR="0" lvl="1"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594" name="Google Shape;594;p77"/>
          <p:cNvSpPr>
            <a:spLocks noGrp="1"/>
          </p:cNvSpPr>
          <p:nvPr>
            <p:ph type="pic" idx="8"/>
          </p:nvPr>
        </p:nvSpPr>
        <p:spPr>
          <a:xfrm>
            <a:off x="9633189" y="1639789"/>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dk2"/>
            </a:outerShdw>
          </a:effectLst>
        </p:spPr>
      </p:sp>
      <p:sp>
        <p:nvSpPr>
          <p:cNvPr id="595" name="Google Shape;595;p77"/>
          <p:cNvSpPr txBox="1">
            <a:spLocks noGrp="1"/>
          </p:cNvSpPr>
          <p:nvPr>
            <p:ph type="body" idx="9"/>
          </p:nvPr>
        </p:nvSpPr>
        <p:spPr>
          <a:xfrm>
            <a:off x="9130841"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4 Team 2">
  <p:cSld name="4 Team 2">
    <p:spTree>
      <p:nvGrpSpPr>
        <p:cNvPr id="1" name="Shape 596"/>
        <p:cNvGrpSpPr/>
        <p:nvPr/>
      </p:nvGrpSpPr>
      <p:grpSpPr>
        <a:xfrm>
          <a:off x="0" y="0"/>
          <a:ext cx="0" cy="0"/>
          <a:chOff x="0" y="0"/>
          <a:chExt cx="0" cy="0"/>
        </a:xfrm>
      </p:grpSpPr>
      <p:sp>
        <p:nvSpPr>
          <p:cNvPr id="597" name="Google Shape;597;p78"/>
          <p:cNvSpPr txBox="1">
            <a:spLocks noGrp="1"/>
          </p:cNvSpPr>
          <p:nvPr>
            <p:ph type="title"/>
          </p:nvPr>
        </p:nvSpPr>
        <p:spPr>
          <a:xfrm>
            <a:off x="914400" y="279961"/>
            <a:ext cx="10363200" cy="817561"/>
          </a:xfrm>
          <a:prstGeom prst="rect">
            <a:avLst/>
          </a:prstGeom>
          <a:noFill/>
          <a:ln>
            <a:noFill/>
          </a:ln>
        </p:spPr>
        <p:txBody>
          <a:bodyPr spcFirstLastPara="1" wrap="square" lIns="91425" tIns="45700" rIns="91425" bIns="45700" anchor="t" anchorCtr="0">
            <a:noAutofit/>
          </a:bodyPr>
          <a:lstStyle>
            <a:lvl1pPr marR="0" lvl="0" algn="ctr" rtl="0">
              <a:lnSpc>
                <a:spcPct val="86000"/>
              </a:lnSpc>
              <a:spcBef>
                <a:spcPts val="0"/>
              </a:spcBef>
              <a:spcAft>
                <a:spcPts val="0"/>
              </a:spcAft>
              <a:buClr>
                <a:schemeClr val="dk1"/>
              </a:buClr>
              <a:buSzPts val="2800"/>
              <a:buFont typeface="Orbitron Medium"/>
              <a:buNone/>
              <a:defRPr sz="2800" b="0" i="0" u="none" strike="noStrike" cap="none">
                <a:solidFill>
                  <a:schemeClr val="dk1"/>
                </a:solidFill>
                <a:latin typeface="Orbitron Medium"/>
                <a:ea typeface="Orbitron Medium"/>
                <a:cs typeface="Orbitron Medium"/>
                <a:sym typeface="Orbitro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8" name="Google Shape;598;p78"/>
          <p:cNvSpPr>
            <a:spLocks noGrp="1"/>
          </p:cNvSpPr>
          <p:nvPr>
            <p:ph type="pic" idx="2"/>
          </p:nvPr>
        </p:nvSpPr>
        <p:spPr>
          <a:xfrm>
            <a:off x="1221602"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99" name="Google Shape;599;p78"/>
          <p:cNvSpPr txBox="1">
            <a:spLocks noGrp="1"/>
          </p:cNvSpPr>
          <p:nvPr>
            <p:ph type="body" idx="1"/>
          </p:nvPr>
        </p:nvSpPr>
        <p:spPr>
          <a:xfrm>
            <a:off x="719254"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600" name="Google Shape;600;p78"/>
          <p:cNvSpPr>
            <a:spLocks noGrp="1"/>
          </p:cNvSpPr>
          <p:nvPr>
            <p:ph type="pic" idx="3"/>
          </p:nvPr>
        </p:nvSpPr>
        <p:spPr>
          <a:xfrm>
            <a:off x="4025464"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601" name="Google Shape;601;p78"/>
          <p:cNvSpPr txBox="1">
            <a:spLocks noGrp="1"/>
          </p:cNvSpPr>
          <p:nvPr>
            <p:ph type="body" idx="4"/>
          </p:nvPr>
        </p:nvSpPr>
        <p:spPr>
          <a:xfrm>
            <a:off x="3523116"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602" name="Google Shape;602;p78"/>
          <p:cNvSpPr>
            <a:spLocks noGrp="1"/>
          </p:cNvSpPr>
          <p:nvPr>
            <p:ph type="pic" idx="5"/>
          </p:nvPr>
        </p:nvSpPr>
        <p:spPr>
          <a:xfrm>
            <a:off x="6829326" y="1639790"/>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603" name="Google Shape;603;p78"/>
          <p:cNvSpPr txBox="1">
            <a:spLocks noGrp="1"/>
          </p:cNvSpPr>
          <p:nvPr>
            <p:ph type="body" idx="6"/>
          </p:nvPr>
        </p:nvSpPr>
        <p:spPr>
          <a:xfrm>
            <a:off x="6326978"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
        <p:nvSpPr>
          <p:cNvPr id="604" name="Google Shape;604;p78"/>
          <p:cNvSpPr>
            <a:spLocks noGrp="1"/>
          </p:cNvSpPr>
          <p:nvPr>
            <p:ph type="pic" idx="7"/>
          </p:nvPr>
        </p:nvSpPr>
        <p:spPr>
          <a:xfrm>
            <a:off x="9633189" y="1639789"/>
            <a:ext cx="1399260" cy="1399260"/>
          </a:xfrm>
          <a:prstGeom prst="ellipse">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dk2"/>
            </a:outerShdw>
          </a:effectLst>
        </p:spPr>
      </p:sp>
      <p:sp>
        <p:nvSpPr>
          <p:cNvPr id="605" name="Google Shape;605;p78"/>
          <p:cNvSpPr txBox="1">
            <a:spLocks noGrp="1"/>
          </p:cNvSpPr>
          <p:nvPr>
            <p:ph type="body" idx="8"/>
          </p:nvPr>
        </p:nvSpPr>
        <p:spPr>
          <a:xfrm>
            <a:off x="9130841" y="3256992"/>
            <a:ext cx="2403956" cy="240321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80000"/>
              </a:lnSpc>
              <a:spcBef>
                <a:spcPts val="400"/>
              </a:spcBef>
              <a:spcAft>
                <a:spcPts val="0"/>
              </a:spcAft>
              <a:buClr>
                <a:schemeClr val="accent1"/>
              </a:buClr>
              <a:buSzPts val="2000"/>
              <a:buFont typeface="Arial"/>
              <a:buNone/>
              <a:defRPr sz="2000" b="0" i="0" u="none" strike="noStrike" cap="none">
                <a:solidFill>
                  <a:schemeClr val="dk1"/>
                </a:solidFill>
                <a:latin typeface="Orbitron Medium"/>
                <a:ea typeface="Orbitron Medium"/>
                <a:cs typeface="Orbitron Medium"/>
                <a:sym typeface="Orbitron Medium"/>
              </a:defRPr>
            </a:lvl1pPr>
            <a:lvl2pPr marL="914400" marR="0" lvl="1" indent="-228600" algn="ctr" rtl="0">
              <a:lnSpc>
                <a:spcPct val="90000"/>
              </a:lnSpc>
              <a:spcBef>
                <a:spcPts val="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2pPr>
            <a:lvl3pPr marL="1371600" marR="0" lvl="2" indent="-228600" algn="ctr" rtl="0">
              <a:spcBef>
                <a:spcPts val="800"/>
              </a:spcBef>
              <a:spcAft>
                <a:spcPts val="0"/>
              </a:spcAft>
              <a:buClr>
                <a:schemeClr val="accent1"/>
              </a:buClr>
              <a:buSzPts val="1400"/>
              <a:buFont typeface="Arial"/>
              <a:buNone/>
              <a:defRPr sz="1400" b="0" i="0" u="none" strike="noStrike" cap="none">
                <a:solidFill>
                  <a:schemeClr val="dk1"/>
                </a:solidFill>
                <a:latin typeface="Orbitron Medium"/>
                <a:ea typeface="Orbitron Medium"/>
                <a:cs typeface="Orbitron Medium"/>
                <a:sym typeface="Orbitron Medium"/>
              </a:defRPr>
            </a:lvl3pPr>
            <a:lvl4pPr marL="1828800" marR="0" lvl="3"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Open Sans Light"/>
                <a:ea typeface="Open Sans Light"/>
                <a:cs typeface="Open Sans Light"/>
                <a:sym typeface="Open Sans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hyperlink" Target="https://www.instagram.com/blackhatmea/" TargetMode="External"/><Relationship Id="rId68"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2.png"/><Relationship Id="rId66" Type="http://schemas.openxmlformats.org/officeDocument/2006/relationships/image" Target="../media/image6.png"/><Relationship Id="rId74" Type="http://schemas.openxmlformats.org/officeDocument/2006/relationships/image" Target="../media/image12.png"/><Relationship Id="rId5" Type="http://schemas.openxmlformats.org/officeDocument/2006/relationships/slideLayout" Target="../slideLayouts/slideLayout5.xml"/><Relationship Id="rId61" Type="http://schemas.openxmlformats.org/officeDocument/2006/relationships/hyperlink" Target="https://www.facebook.com/Blackhatmea" TargetMode="Externa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64" Type="http://schemas.openxmlformats.org/officeDocument/2006/relationships/image" Target="../media/image5.png"/><Relationship Id="rId69" Type="http://schemas.openxmlformats.org/officeDocument/2006/relationships/hyperlink" Target="https://www.youtube.com/channel/UCnBep_DEHvsk1HbyVwBz7xA" TargetMode="Externa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0.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3.png"/><Relationship Id="rId67" Type="http://schemas.openxmlformats.org/officeDocument/2006/relationships/hyperlink" Target="https://twitter.com/Blackhatmea" TargetMode="Externa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4.png"/><Relationship Id="rId7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hyperlink" Target="https://blackhatmea.com/" TargetMode="External"/><Relationship Id="rId65" Type="http://schemas.openxmlformats.org/officeDocument/2006/relationships/hyperlink" Target="https://www.linkedin.com/company/Blackhatmea/" TargetMode="External"/><Relationship Id="rId73" Type="http://schemas.openxmlformats.org/officeDocument/2006/relationships/image" Target="../media/image1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57">
            <a:alphaModFix/>
          </a:blip>
          <a:stretch>
            <a:fillRect/>
          </a:stretch>
        </a:blipFill>
        <a:effectLst/>
      </p:bgPr>
    </p:bg>
    <p:spTree>
      <p:nvGrpSpPr>
        <p:cNvPr id="1" name="Shape 9"/>
        <p:cNvGrpSpPr/>
        <p:nvPr/>
      </p:nvGrpSpPr>
      <p:grpSpPr>
        <a:xfrm>
          <a:off x="0" y="0"/>
          <a:ext cx="0" cy="0"/>
          <a:chOff x="0" y="0"/>
          <a:chExt cx="0" cy="0"/>
        </a:xfrm>
      </p:grpSpPr>
      <p:pic>
        <p:nvPicPr>
          <p:cNvPr id="10" name="Google Shape;10;p20" descr="A black background with squares&#10;&#10;Description automatically generated"/>
          <p:cNvPicPr preferRelativeResize="0"/>
          <p:nvPr/>
        </p:nvPicPr>
        <p:blipFill rotWithShape="1">
          <a:blip r:embed="rId58">
            <a:alphaModFix/>
          </a:blip>
          <a:srcRect/>
          <a:stretch/>
        </p:blipFill>
        <p:spPr>
          <a:xfrm>
            <a:off x="0" y="0"/>
            <a:ext cx="12180232" cy="6858000"/>
          </a:xfrm>
          <a:prstGeom prst="rect">
            <a:avLst/>
          </a:prstGeom>
          <a:noFill/>
          <a:ln>
            <a:noFill/>
          </a:ln>
        </p:spPr>
      </p:pic>
      <p:pic>
        <p:nvPicPr>
          <p:cNvPr id="11" name="Google Shape;11;p20"/>
          <p:cNvPicPr preferRelativeResize="0"/>
          <p:nvPr/>
        </p:nvPicPr>
        <p:blipFill rotWithShape="1">
          <a:blip r:embed="rId59">
            <a:alphaModFix/>
          </a:blip>
          <a:srcRect/>
          <a:stretch/>
        </p:blipFill>
        <p:spPr>
          <a:xfrm>
            <a:off x="-2103" y="6260895"/>
            <a:ext cx="12196207" cy="597105"/>
          </a:xfrm>
          <a:prstGeom prst="rect">
            <a:avLst/>
          </a:prstGeom>
          <a:noFill/>
          <a:ln>
            <a:noFill/>
          </a:ln>
        </p:spPr>
      </p:pic>
      <p:grpSp>
        <p:nvGrpSpPr>
          <p:cNvPr id="12" name="Google Shape;12;p20"/>
          <p:cNvGrpSpPr/>
          <p:nvPr/>
        </p:nvGrpSpPr>
        <p:grpSpPr>
          <a:xfrm>
            <a:off x="3743346" y="6538586"/>
            <a:ext cx="4888051" cy="184666"/>
            <a:chOff x="3668614" y="6538586"/>
            <a:chExt cx="4888051" cy="184666"/>
          </a:xfrm>
        </p:grpSpPr>
        <p:sp>
          <p:nvSpPr>
            <p:cNvPr id="13" name="Google Shape;13;p20"/>
            <p:cNvSpPr txBox="1"/>
            <p:nvPr/>
          </p:nvSpPr>
          <p:spPr>
            <a:xfrm>
              <a:off x="5578742" y="6538586"/>
              <a:ext cx="835165"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chemeClr val="lt1"/>
                  </a:solidFill>
                  <a:latin typeface="Inter"/>
                  <a:ea typeface="Inter"/>
                  <a:cs typeface="Inter"/>
                  <a:sym typeface="Inter"/>
                </a:rPr>
                <a:t>#BHMEA24</a:t>
              </a:r>
              <a:endParaRPr/>
            </a:p>
          </p:txBody>
        </p:sp>
        <p:sp>
          <p:nvSpPr>
            <p:cNvPr id="14" name="Google Shape;14;p20">
              <a:hlinkClick r:id="rId60"/>
            </p:cNvPr>
            <p:cNvSpPr txBox="1"/>
            <p:nvPr/>
          </p:nvSpPr>
          <p:spPr>
            <a:xfrm>
              <a:off x="6854276" y="6538586"/>
              <a:ext cx="170238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lt1"/>
                  </a:solidFill>
                  <a:latin typeface="Inter"/>
                  <a:ea typeface="Inter"/>
                  <a:cs typeface="Inter"/>
                  <a:sym typeface="Inter"/>
                </a:rPr>
                <a:t>www.blackhatmea.com</a:t>
              </a:r>
              <a:endParaRPr sz="1200">
                <a:solidFill>
                  <a:schemeClr val="lt1"/>
                </a:solidFill>
                <a:latin typeface="Inter"/>
                <a:ea typeface="Inter"/>
                <a:cs typeface="Inter"/>
                <a:sym typeface="Inter"/>
              </a:endParaRPr>
            </a:p>
          </p:txBody>
        </p:sp>
        <p:pic>
          <p:nvPicPr>
            <p:cNvPr id="15" name="Google Shape;15;p20">
              <a:hlinkClick r:id="rId61"/>
            </p:cNvPr>
            <p:cNvPicPr preferRelativeResize="0"/>
            <p:nvPr/>
          </p:nvPicPr>
          <p:blipFill rotWithShape="1">
            <a:blip r:embed="rId62">
              <a:alphaModFix/>
            </a:blip>
            <a:srcRect/>
            <a:stretch/>
          </p:blipFill>
          <p:spPr>
            <a:xfrm>
              <a:off x="3668614" y="6554719"/>
              <a:ext cx="63500" cy="152400"/>
            </a:xfrm>
            <a:prstGeom prst="rect">
              <a:avLst/>
            </a:prstGeom>
            <a:noFill/>
            <a:ln>
              <a:noFill/>
            </a:ln>
          </p:spPr>
        </p:pic>
        <p:pic>
          <p:nvPicPr>
            <p:cNvPr id="16" name="Google Shape;16;p20">
              <a:hlinkClick r:id="rId63"/>
            </p:cNvPr>
            <p:cNvPicPr preferRelativeResize="0"/>
            <p:nvPr/>
          </p:nvPicPr>
          <p:blipFill rotWithShape="1">
            <a:blip r:embed="rId64">
              <a:alphaModFix/>
            </a:blip>
            <a:srcRect/>
            <a:stretch/>
          </p:blipFill>
          <p:spPr>
            <a:xfrm>
              <a:off x="3940278" y="6561069"/>
              <a:ext cx="139700" cy="139700"/>
            </a:xfrm>
            <a:prstGeom prst="rect">
              <a:avLst/>
            </a:prstGeom>
            <a:noFill/>
            <a:ln>
              <a:noFill/>
            </a:ln>
          </p:spPr>
        </p:pic>
        <p:pic>
          <p:nvPicPr>
            <p:cNvPr id="17" name="Google Shape;17;p20">
              <a:hlinkClick r:id="rId65"/>
            </p:cNvPr>
            <p:cNvPicPr preferRelativeResize="0"/>
            <p:nvPr/>
          </p:nvPicPr>
          <p:blipFill rotWithShape="1">
            <a:blip r:embed="rId66">
              <a:alphaModFix/>
            </a:blip>
            <a:srcRect/>
            <a:stretch/>
          </p:blipFill>
          <p:spPr>
            <a:xfrm>
              <a:off x="4288142" y="6567419"/>
              <a:ext cx="127000" cy="127000"/>
            </a:xfrm>
            <a:prstGeom prst="rect">
              <a:avLst/>
            </a:prstGeom>
            <a:noFill/>
            <a:ln>
              <a:noFill/>
            </a:ln>
          </p:spPr>
        </p:pic>
        <p:pic>
          <p:nvPicPr>
            <p:cNvPr id="18" name="Google Shape;18;p20">
              <a:hlinkClick r:id="rId67"/>
            </p:cNvPr>
            <p:cNvPicPr preferRelativeResize="0"/>
            <p:nvPr/>
          </p:nvPicPr>
          <p:blipFill rotWithShape="1">
            <a:blip r:embed="rId68">
              <a:alphaModFix/>
            </a:blip>
            <a:srcRect/>
            <a:stretch/>
          </p:blipFill>
          <p:spPr>
            <a:xfrm>
              <a:off x="4623306" y="6586469"/>
              <a:ext cx="101600" cy="88900"/>
            </a:xfrm>
            <a:prstGeom prst="rect">
              <a:avLst/>
            </a:prstGeom>
            <a:noFill/>
            <a:ln>
              <a:noFill/>
            </a:ln>
          </p:spPr>
        </p:pic>
        <p:pic>
          <p:nvPicPr>
            <p:cNvPr id="19" name="Google Shape;19;p20">
              <a:hlinkClick r:id="rId69"/>
            </p:cNvPr>
            <p:cNvPicPr preferRelativeResize="0"/>
            <p:nvPr/>
          </p:nvPicPr>
          <p:blipFill rotWithShape="1">
            <a:blip r:embed="rId70">
              <a:alphaModFix/>
            </a:blip>
            <a:srcRect/>
            <a:stretch/>
          </p:blipFill>
          <p:spPr>
            <a:xfrm>
              <a:off x="4933070" y="6580119"/>
              <a:ext cx="152400" cy="101600"/>
            </a:xfrm>
            <a:prstGeom prst="rect">
              <a:avLst/>
            </a:prstGeom>
            <a:solidFill>
              <a:srgbClr val="29006B"/>
            </a:solidFill>
            <a:ln>
              <a:noFill/>
            </a:ln>
          </p:spPr>
        </p:pic>
        <p:sp>
          <p:nvSpPr>
            <p:cNvPr id="20" name="Google Shape;20;p20"/>
            <p:cNvSpPr txBox="1"/>
            <p:nvPr/>
          </p:nvSpPr>
          <p:spPr>
            <a:xfrm>
              <a:off x="6569171" y="6538586"/>
              <a:ext cx="529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a:solidFill>
                    <a:schemeClr val="lt1"/>
                  </a:solidFill>
                  <a:latin typeface="Inter Medium"/>
                  <a:ea typeface="Inter Medium"/>
                  <a:cs typeface="Inter Medium"/>
                  <a:sym typeface="Inter Medium"/>
                </a:rPr>
                <a:t>|</a:t>
              </a:r>
              <a:endParaRPr/>
            </a:p>
          </p:txBody>
        </p:sp>
        <p:sp>
          <p:nvSpPr>
            <p:cNvPr id="21" name="Google Shape;21;p20"/>
            <p:cNvSpPr txBox="1"/>
            <p:nvPr/>
          </p:nvSpPr>
          <p:spPr>
            <a:xfrm>
              <a:off x="5308034" y="6538586"/>
              <a:ext cx="529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a:solidFill>
                    <a:schemeClr val="lt1"/>
                  </a:solidFill>
                  <a:latin typeface="Inter Medium"/>
                  <a:ea typeface="Inter Medium"/>
                  <a:cs typeface="Inter Medium"/>
                  <a:sym typeface="Inter Medium"/>
                </a:rPr>
                <a:t>|</a:t>
              </a:r>
              <a:endParaRPr/>
            </a:p>
          </p:txBody>
        </p:sp>
      </p:grpSp>
      <p:grpSp>
        <p:nvGrpSpPr>
          <p:cNvPr id="22" name="Google Shape;22;p20"/>
          <p:cNvGrpSpPr/>
          <p:nvPr/>
        </p:nvGrpSpPr>
        <p:grpSpPr>
          <a:xfrm>
            <a:off x="0" y="-138870"/>
            <a:ext cx="12616886" cy="7135740"/>
            <a:chOff x="0" y="-96987"/>
            <a:chExt cx="18690451" cy="10570770"/>
          </a:xfrm>
        </p:grpSpPr>
        <p:pic>
          <p:nvPicPr>
            <p:cNvPr id="23" name="Google Shape;23;p20"/>
            <p:cNvPicPr preferRelativeResize="0"/>
            <p:nvPr/>
          </p:nvPicPr>
          <p:blipFill rotWithShape="1">
            <a:blip r:embed="rId71">
              <a:alphaModFix/>
            </a:blip>
            <a:srcRect/>
            <a:stretch/>
          </p:blipFill>
          <p:spPr>
            <a:xfrm rot="10800000">
              <a:off x="0" y="0"/>
              <a:ext cx="18288000" cy="10287000"/>
            </a:xfrm>
            <a:prstGeom prst="rect">
              <a:avLst/>
            </a:prstGeom>
            <a:noFill/>
            <a:ln>
              <a:noFill/>
            </a:ln>
          </p:spPr>
        </p:pic>
        <p:pic>
          <p:nvPicPr>
            <p:cNvPr id="24" name="Google Shape;24;p20" descr="A green square in a black background&#10;&#10;AI-generated content may be incorrect."/>
            <p:cNvPicPr preferRelativeResize="0"/>
            <p:nvPr/>
          </p:nvPicPr>
          <p:blipFill rotWithShape="1">
            <a:blip r:embed="rId72">
              <a:alphaModFix/>
            </a:blip>
            <a:srcRect/>
            <a:stretch/>
          </p:blipFill>
          <p:spPr>
            <a:xfrm>
              <a:off x="1828800" y="8987883"/>
              <a:ext cx="1485900" cy="1485900"/>
            </a:xfrm>
            <a:prstGeom prst="rect">
              <a:avLst/>
            </a:prstGeom>
            <a:noFill/>
            <a:ln>
              <a:noFill/>
            </a:ln>
          </p:spPr>
        </p:pic>
        <p:pic>
          <p:nvPicPr>
            <p:cNvPr id="25" name="Google Shape;25;p20" descr="A green square in black background&#10;&#10;AI-generated content may be incorrect."/>
            <p:cNvPicPr preferRelativeResize="0"/>
            <p:nvPr/>
          </p:nvPicPr>
          <p:blipFill rotWithShape="1">
            <a:blip r:embed="rId73">
              <a:alphaModFix/>
            </a:blip>
            <a:srcRect/>
            <a:stretch/>
          </p:blipFill>
          <p:spPr>
            <a:xfrm>
              <a:off x="16294100" y="-96987"/>
              <a:ext cx="1993900" cy="1993900"/>
            </a:xfrm>
            <a:prstGeom prst="rect">
              <a:avLst/>
            </a:prstGeom>
            <a:noFill/>
            <a:ln>
              <a:noFill/>
            </a:ln>
          </p:spPr>
        </p:pic>
        <p:pic>
          <p:nvPicPr>
            <p:cNvPr id="26" name="Google Shape;26;p20"/>
            <p:cNvPicPr preferRelativeResize="0"/>
            <p:nvPr/>
          </p:nvPicPr>
          <p:blipFill rotWithShape="1">
            <a:blip r:embed="rId74">
              <a:alphaModFix/>
            </a:blip>
            <a:srcRect/>
            <a:stretch/>
          </p:blipFill>
          <p:spPr>
            <a:xfrm>
              <a:off x="446116" y="768607"/>
              <a:ext cx="996254" cy="996254"/>
            </a:xfrm>
            <a:prstGeom prst="rect">
              <a:avLst/>
            </a:prstGeom>
            <a:noFill/>
            <a:ln>
              <a:noFill/>
            </a:ln>
          </p:spPr>
        </p:pic>
        <p:pic>
          <p:nvPicPr>
            <p:cNvPr id="27" name="Google Shape;27;p20" descr="A green square in black background&#10;&#10;AI-generated content may be incorrect."/>
            <p:cNvPicPr preferRelativeResize="0"/>
            <p:nvPr/>
          </p:nvPicPr>
          <p:blipFill rotWithShape="1">
            <a:blip r:embed="rId73">
              <a:alphaModFix/>
            </a:blip>
            <a:srcRect/>
            <a:stretch/>
          </p:blipFill>
          <p:spPr>
            <a:xfrm>
              <a:off x="17441778" y="2383006"/>
              <a:ext cx="1248673" cy="1248673"/>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0" r:id="rId49"/>
    <p:sldLayoutId id="2147483701" r:id="rId50"/>
    <p:sldLayoutId id="2147483702" r:id="rId51"/>
    <p:sldLayoutId id="2147483703" r:id="rId52"/>
    <p:sldLayoutId id="2147483704" r:id="rId53"/>
    <p:sldLayoutId id="2147483705" r:id="rId54"/>
    <p:sldLayoutId id="2147483706" r:id="rId5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8.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pic>
        <p:nvPicPr>
          <p:cNvPr id="611" name="Google Shape;611;p1" descr="A screenshot of a computer screen&#10;&#10;AI-generated content may be incorrect."/>
          <p:cNvPicPr preferRelativeResize="0"/>
          <p:nvPr/>
        </p:nvPicPr>
        <p:blipFill rotWithShape="1">
          <a:blip r:embed="rId3">
            <a:alphaModFix/>
          </a:blip>
          <a:srcRect t="5000" b="5000"/>
          <a:stretch/>
        </p:blipFill>
        <p:spPr>
          <a:xfrm rot="10800000">
            <a:off x="0" y="0"/>
            <a:ext cx="12192000" cy="6858000"/>
          </a:xfrm>
          <a:prstGeom prst="rect">
            <a:avLst/>
          </a:prstGeom>
          <a:noFill/>
          <a:ln>
            <a:noFill/>
          </a:ln>
        </p:spPr>
      </p:pic>
      <p:grpSp>
        <p:nvGrpSpPr>
          <p:cNvPr id="612" name="Google Shape;612;p1"/>
          <p:cNvGrpSpPr/>
          <p:nvPr/>
        </p:nvGrpSpPr>
        <p:grpSpPr>
          <a:xfrm>
            <a:off x="685801" y="5591753"/>
            <a:ext cx="7399558" cy="628110"/>
            <a:chOff x="685801" y="5116230"/>
            <a:chExt cx="5908302" cy="501525"/>
          </a:xfrm>
        </p:grpSpPr>
        <p:sp>
          <p:nvSpPr>
            <p:cNvPr id="613" name="Google Shape;613;p1"/>
            <p:cNvSpPr/>
            <p:nvPr/>
          </p:nvSpPr>
          <p:spPr>
            <a:xfrm>
              <a:off x="2734665" y="5116230"/>
              <a:ext cx="2028145" cy="501525"/>
            </a:xfrm>
            <a:custGeom>
              <a:avLst/>
              <a:gdLst/>
              <a:ahLst/>
              <a:cxnLst/>
              <a:rect l="l" t="t" r="r" b="b"/>
              <a:pathLst>
                <a:path w="3042217" h="752287" extrusionOk="0">
                  <a:moveTo>
                    <a:pt x="0" y="0"/>
                  </a:moveTo>
                  <a:lnTo>
                    <a:pt x="3042218" y="0"/>
                  </a:lnTo>
                  <a:lnTo>
                    <a:pt x="3042218" y="752287"/>
                  </a:lnTo>
                  <a:lnTo>
                    <a:pt x="0" y="752287"/>
                  </a:lnTo>
                  <a:lnTo>
                    <a:pt x="0" y="0"/>
                  </a:lnTo>
                  <a:close/>
                </a:path>
              </a:pathLst>
            </a:custGeom>
            <a:blipFill rotWithShape="1">
              <a:blip r:embed="rId4">
                <a:alphaModFix/>
              </a:blip>
              <a:stretch>
                <a:fillRect l="-182007" t="-22739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Orbitron Medium"/>
                <a:ea typeface="Orbitron Medium"/>
                <a:cs typeface="Orbitron Medium"/>
                <a:sym typeface="Orbitron Medium"/>
              </a:endParaRPr>
            </a:p>
          </p:txBody>
        </p:sp>
        <p:sp>
          <p:nvSpPr>
            <p:cNvPr id="614" name="Google Shape;614;p1"/>
            <p:cNvSpPr/>
            <p:nvPr/>
          </p:nvSpPr>
          <p:spPr>
            <a:xfrm>
              <a:off x="685801" y="5116230"/>
              <a:ext cx="1102251" cy="501525"/>
            </a:xfrm>
            <a:custGeom>
              <a:avLst/>
              <a:gdLst/>
              <a:ahLst/>
              <a:cxnLst/>
              <a:rect l="l" t="t" r="r" b="b"/>
              <a:pathLst>
                <a:path w="1653377" h="752287" extrusionOk="0">
                  <a:moveTo>
                    <a:pt x="0" y="0"/>
                  </a:moveTo>
                  <a:lnTo>
                    <a:pt x="1653377" y="0"/>
                  </a:lnTo>
                  <a:lnTo>
                    <a:pt x="1653377" y="752287"/>
                  </a:lnTo>
                  <a:lnTo>
                    <a:pt x="0" y="752287"/>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Orbitron Medium"/>
                <a:ea typeface="Orbitron Medium"/>
                <a:cs typeface="Orbitron Medium"/>
                <a:sym typeface="Orbitron Medium"/>
              </a:endParaRPr>
            </a:p>
          </p:txBody>
        </p:sp>
        <p:sp>
          <p:nvSpPr>
            <p:cNvPr id="615" name="Google Shape;615;p1"/>
            <p:cNvSpPr/>
            <p:nvPr/>
          </p:nvSpPr>
          <p:spPr>
            <a:xfrm>
              <a:off x="4940610" y="5116230"/>
              <a:ext cx="1653493" cy="501525"/>
            </a:xfrm>
            <a:custGeom>
              <a:avLst/>
              <a:gdLst/>
              <a:ahLst/>
              <a:cxnLst/>
              <a:rect l="l" t="t" r="r" b="b"/>
              <a:pathLst>
                <a:path w="2480240" h="752287" extrusionOk="0">
                  <a:moveTo>
                    <a:pt x="0" y="0"/>
                  </a:moveTo>
                  <a:lnTo>
                    <a:pt x="2480240" y="0"/>
                  </a:lnTo>
                  <a:lnTo>
                    <a:pt x="2480240" y="752287"/>
                  </a:lnTo>
                  <a:lnTo>
                    <a:pt x="0" y="752287"/>
                  </a:lnTo>
                  <a:lnTo>
                    <a:pt x="0" y="0"/>
                  </a:lnTo>
                  <a:close/>
                </a:path>
              </a:pathLst>
            </a:custGeom>
            <a:blipFill rotWithShape="1">
              <a:blip r:embed="rId6">
                <a:alphaModFix/>
              </a:blip>
              <a:stretch>
                <a:fillRect r="-886" b="-166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Orbitron Medium"/>
                <a:ea typeface="Orbitron Medium"/>
                <a:cs typeface="Orbitron Medium"/>
                <a:sym typeface="Orbitron Medium"/>
              </a:endParaRPr>
            </a:p>
          </p:txBody>
        </p:sp>
      </p:grpSp>
      <p:sp>
        <p:nvSpPr>
          <p:cNvPr id="616" name="Google Shape;616;p1"/>
          <p:cNvSpPr txBox="1"/>
          <p:nvPr/>
        </p:nvSpPr>
        <p:spPr>
          <a:xfrm>
            <a:off x="671963" y="5189446"/>
            <a:ext cx="2048865" cy="2459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dirty="0">
                <a:solidFill>
                  <a:schemeClr val="lt1"/>
                </a:solidFill>
                <a:latin typeface="Inter"/>
                <a:ea typeface="Inter"/>
                <a:cs typeface="Inter"/>
                <a:sym typeface="Inter"/>
              </a:rPr>
              <a:t>ORGANISED BY:</a:t>
            </a:r>
            <a:endParaRPr dirty="0"/>
          </a:p>
        </p:txBody>
      </p:sp>
      <p:sp>
        <p:nvSpPr>
          <p:cNvPr id="617" name="Google Shape;617;p1"/>
          <p:cNvSpPr txBox="1"/>
          <p:nvPr/>
        </p:nvSpPr>
        <p:spPr>
          <a:xfrm>
            <a:off x="3392791" y="5213664"/>
            <a:ext cx="2718105" cy="2459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dirty="0">
                <a:solidFill>
                  <a:schemeClr val="lt1"/>
                </a:solidFill>
                <a:latin typeface="Inter"/>
                <a:ea typeface="Inter"/>
                <a:cs typeface="Inter"/>
                <a:sym typeface="Inter"/>
              </a:rPr>
              <a:t>IN ASSOCIATION WITH:</a:t>
            </a:r>
            <a:endParaRPr dirty="0"/>
          </a:p>
        </p:txBody>
      </p:sp>
      <p:sp>
        <p:nvSpPr>
          <p:cNvPr id="618" name="Google Shape;618;p1"/>
          <p:cNvSpPr txBox="1"/>
          <p:nvPr/>
        </p:nvSpPr>
        <p:spPr>
          <a:xfrm>
            <a:off x="685800" y="2690062"/>
            <a:ext cx="8453687" cy="1467453"/>
          </a:xfrm>
          <a:prstGeom prst="rect">
            <a:avLst/>
          </a:prstGeom>
          <a:noFill/>
          <a:ln>
            <a:noFill/>
          </a:ln>
        </p:spPr>
        <p:txBody>
          <a:bodyPr spcFirstLastPara="1" wrap="square" lIns="0" tIns="0" rIns="0" bIns="0" anchor="t" anchorCtr="0">
            <a:spAutoFit/>
          </a:bodyPr>
          <a:lstStyle/>
          <a:p>
            <a:pPr marL="0" marR="0" lvl="0" indent="0" algn="l" rtl="0">
              <a:lnSpc>
                <a:spcPct val="148625"/>
              </a:lnSpc>
              <a:spcBef>
                <a:spcPts val="0"/>
              </a:spcBef>
              <a:spcAft>
                <a:spcPts val="0"/>
              </a:spcAft>
              <a:buNone/>
            </a:pPr>
            <a:r>
              <a:rPr lang="en-US" sz="3200" b="1" dirty="0">
                <a:solidFill>
                  <a:srgbClr val="00DB96"/>
                </a:solidFill>
                <a:latin typeface="Orbitron SemiBold"/>
                <a:sym typeface="Orbitron SemiBold"/>
              </a:rPr>
              <a:t>Living in the namespace: Stealthy persistence in Linux</a:t>
            </a:r>
            <a:endParaRPr dirty="0"/>
          </a:p>
        </p:txBody>
      </p:sp>
      <p:sp>
        <p:nvSpPr>
          <p:cNvPr id="619" name="Google Shape;619;p1"/>
          <p:cNvSpPr txBox="1"/>
          <p:nvPr/>
        </p:nvSpPr>
        <p:spPr>
          <a:xfrm>
            <a:off x="685800" y="4106682"/>
            <a:ext cx="8453687" cy="731290"/>
          </a:xfrm>
          <a:prstGeom prst="rect">
            <a:avLst/>
          </a:prstGeom>
          <a:noFill/>
          <a:ln>
            <a:noFill/>
          </a:ln>
        </p:spPr>
        <p:txBody>
          <a:bodyPr spcFirstLastPara="1" wrap="square" lIns="0" tIns="0" rIns="0" bIns="0" anchor="t" anchorCtr="0">
            <a:spAutoFit/>
          </a:bodyPr>
          <a:lstStyle/>
          <a:p>
            <a:pPr marL="0" marR="0" lvl="0" indent="0" algn="l" rtl="0">
              <a:lnSpc>
                <a:spcPct val="198166"/>
              </a:lnSpc>
              <a:spcBef>
                <a:spcPts val="0"/>
              </a:spcBef>
              <a:spcAft>
                <a:spcPts val="0"/>
              </a:spcAft>
              <a:buNone/>
            </a:pPr>
            <a:r>
              <a:rPr lang="en-US" sz="2400" dirty="0">
                <a:solidFill>
                  <a:schemeClr val="lt1"/>
                </a:solidFill>
                <a:latin typeface="Inter"/>
                <a:ea typeface="Inter"/>
                <a:sym typeface="Inter"/>
              </a:rPr>
              <a:t>0xmadvise – Jabr </a:t>
            </a:r>
            <a:endParaRPr dirty="0"/>
          </a:p>
        </p:txBody>
      </p:sp>
      <p:grpSp>
        <p:nvGrpSpPr>
          <p:cNvPr id="620" name="Google Shape;620;p1"/>
          <p:cNvGrpSpPr/>
          <p:nvPr/>
        </p:nvGrpSpPr>
        <p:grpSpPr>
          <a:xfrm>
            <a:off x="685800" y="1240245"/>
            <a:ext cx="5410198" cy="1059337"/>
            <a:chOff x="60886" y="1050828"/>
            <a:chExt cx="5811818" cy="1137975"/>
          </a:xfrm>
        </p:grpSpPr>
        <p:sp>
          <p:nvSpPr>
            <p:cNvPr id="621" name="Google Shape;621;p1"/>
            <p:cNvSpPr txBox="1"/>
            <p:nvPr/>
          </p:nvSpPr>
          <p:spPr>
            <a:xfrm>
              <a:off x="2694196" y="1243831"/>
              <a:ext cx="3178508" cy="617986"/>
            </a:xfrm>
            <a:prstGeom prst="rect">
              <a:avLst/>
            </a:prstGeom>
            <a:noFill/>
            <a:ln>
              <a:noFill/>
            </a:ln>
          </p:spPr>
          <p:txBody>
            <a:bodyPr spcFirstLastPara="1" wrap="square" lIns="0" tIns="11425" rIns="0" bIns="0" anchor="t" anchorCtr="0">
              <a:spAutoFit/>
            </a:bodyPr>
            <a:lstStyle/>
            <a:p>
              <a:pPr marL="12700" marR="0" lvl="0" indent="0" algn="l" rtl="0">
                <a:lnSpc>
                  <a:spcPct val="119600"/>
                </a:lnSpc>
                <a:spcBef>
                  <a:spcPts val="0"/>
                </a:spcBef>
                <a:spcAft>
                  <a:spcPts val="0"/>
                </a:spcAft>
                <a:buClr>
                  <a:srgbClr val="00DB96"/>
                </a:buClr>
                <a:buSzPts val="1000"/>
                <a:buFont typeface="Orbitron SemiBold"/>
                <a:buNone/>
              </a:pPr>
              <a:r>
                <a:rPr lang="en-US" sz="1000" b="1">
                  <a:solidFill>
                    <a:srgbClr val="00DB96"/>
                  </a:solidFill>
                  <a:latin typeface="Orbitron SemiBold"/>
                  <a:ea typeface="Orbitron SemiBold"/>
                  <a:cs typeface="Orbitron SemiBold"/>
                  <a:sym typeface="Orbitron SemiBold"/>
                </a:rPr>
                <a:t>02 - 04 DECEMBER 2025</a:t>
              </a:r>
              <a:endParaRPr sz="1000">
                <a:solidFill>
                  <a:srgbClr val="00DB96"/>
                </a:solidFill>
                <a:latin typeface="Orbitron SemiBold"/>
                <a:ea typeface="Orbitron SemiBold"/>
                <a:cs typeface="Orbitron SemiBold"/>
                <a:sym typeface="Orbitron SemiBold"/>
              </a:endParaRPr>
            </a:p>
            <a:p>
              <a:pPr marL="12700" marR="5080" lvl="0" indent="0" algn="l" rtl="0">
                <a:lnSpc>
                  <a:spcPct val="119200"/>
                </a:lnSpc>
                <a:spcBef>
                  <a:spcPts val="55"/>
                </a:spcBef>
                <a:spcAft>
                  <a:spcPts val="0"/>
                </a:spcAft>
                <a:buClr>
                  <a:srgbClr val="FFFFFF"/>
                </a:buClr>
                <a:buSzPts val="1000"/>
                <a:buFont typeface="Orbitron SemiBold"/>
                <a:buNone/>
              </a:pPr>
              <a:r>
                <a:rPr lang="en-US" sz="1000">
                  <a:solidFill>
                    <a:srgbClr val="FFFFFF"/>
                  </a:solidFill>
                  <a:latin typeface="Orbitron SemiBold"/>
                  <a:ea typeface="Orbitron SemiBold"/>
                  <a:cs typeface="Orbitron SemiBold"/>
                  <a:sym typeface="Orbitron SemiBold"/>
                </a:rPr>
                <a:t>RIYADH EXHIBITION AND CONVENTION CENTER, MALHAM, SAUDI ARABIA</a:t>
              </a:r>
              <a:endParaRPr sz="1000">
                <a:solidFill>
                  <a:schemeClr val="dk1"/>
                </a:solidFill>
                <a:latin typeface="Orbitron SemiBold"/>
                <a:ea typeface="Orbitron SemiBold"/>
                <a:cs typeface="Orbitron SemiBold"/>
                <a:sym typeface="Orbitron SemiBold"/>
              </a:endParaRPr>
            </a:p>
          </p:txBody>
        </p:sp>
        <p:sp>
          <p:nvSpPr>
            <p:cNvPr id="622" name="Google Shape;622;p1"/>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23" name="Google Shape;623;p1"/>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24" name="Google Shape;624;p1"/>
            <p:cNvGrpSpPr/>
            <p:nvPr/>
          </p:nvGrpSpPr>
          <p:grpSpPr>
            <a:xfrm>
              <a:off x="60896" y="1747162"/>
              <a:ext cx="583898" cy="72491"/>
              <a:chOff x="638223" y="1660809"/>
              <a:chExt cx="583898" cy="72491"/>
            </a:xfrm>
          </p:grpSpPr>
          <p:pic>
            <p:nvPicPr>
              <p:cNvPr id="625" name="Google Shape;625;p1"/>
              <p:cNvPicPr preferRelativeResize="0"/>
              <p:nvPr/>
            </p:nvPicPr>
            <p:blipFill rotWithShape="1">
              <a:blip r:embed="rId7">
                <a:alphaModFix/>
              </a:blip>
              <a:srcRect/>
              <a:stretch/>
            </p:blipFill>
            <p:spPr>
              <a:xfrm>
                <a:off x="638223" y="1660809"/>
                <a:ext cx="117182" cy="72491"/>
              </a:xfrm>
              <a:prstGeom prst="rect">
                <a:avLst/>
              </a:prstGeom>
              <a:noFill/>
              <a:ln>
                <a:noFill/>
              </a:ln>
            </p:spPr>
          </p:pic>
          <p:sp>
            <p:nvSpPr>
              <p:cNvPr id="626" name="Google Shape;626;p1"/>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27" name="Google Shape;627;p1"/>
              <p:cNvPicPr preferRelativeResize="0"/>
              <p:nvPr/>
            </p:nvPicPr>
            <p:blipFill rotWithShape="1">
              <a:blip r:embed="rId8">
                <a:alphaModFix/>
              </a:blip>
              <a:srcRect/>
              <a:stretch/>
            </p:blipFill>
            <p:spPr>
              <a:xfrm>
                <a:off x="808913" y="1661490"/>
                <a:ext cx="93484" cy="70446"/>
              </a:xfrm>
              <a:prstGeom prst="rect">
                <a:avLst/>
              </a:prstGeom>
              <a:noFill/>
              <a:ln>
                <a:noFill/>
              </a:ln>
            </p:spPr>
          </p:pic>
          <p:pic>
            <p:nvPicPr>
              <p:cNvPr id="628" name="Google Shape;628;p1"/>
              <p:cNvPicPr preferRelativeResize="0"/>
              <p:nvPr/>
            </p:nvPicPr>
            <p:blipFill rotWithShape="1">
              <a:blip r:embed="rId9">
                <a:alphaModFix/>
              </a:blip>
              <a:srcRect/>
              <a:stretch/>
            </p:blipFill>
            <p:spPr>
              <a:xfrm>
                <a:off x="922718" y="1661490"/>
                <a:ext cx="93472" cy="70446"/>
              </a:xfrm>
              <a:prstGeom prst="rect">
                <a:avLst/>
              </a:prstGeom>
              <a:noFill/>
              <a:ln>
                <a:noFill/>
              </a:ln>
            </p:spPr>
          </p:pic>
          <p:pic>
            <p:nvPicPr>
              <p:cNvPr id="629" name="Google Shape;629;p1"/>
              <p:cNvPicPr preferRelativeResize="0"/>
              <p:nvPr/>
            </p:nvPicPr>
            <p:blipFill rotWithShape="1">
              <a:blip r:embed="rId10">
                <a:alphaModFix/>
              </a:blip>
              <a:srcRect/>
              <a:stretch/>
            </p:blipFill>
            <p:spPr>
              <a:xfrm>
                <a:off x="1037197" y="1662181"/>
                <a:ext cx="184924" cy="70434"/>
              </a:xfrm>
              <a:prstGeom prst="rect">
                <a:avLst/>
              </a:prstGeom>
              <a:noFill/>
              <a:ln>
                <a:noFill/>
              </a:ln>
            </p:spPr>
          </p:pic>
        </p:grpSp>
        <p:pic>
          <p:nvPicPr>
            <p:cNvPr id="630" name="Google Shape;630;p1"/>
            <p:cNvPicPr preferRelativeResize="0"/>
            <p:nvPr/>
          </p:nvPicPr>
          <p:blipFill rotWithShape="1">
            <a:blip r:embed="rId11">
              <a:alphaModFix/>
            </a:blip>
            <a:srcRect/>
            <a:stretch/>
          </p:blipFill>
          <p:spPr>
            <a:xfrm>
              <a:off x="707782" y="1747156"/>
              <a:ext cx="437595" cy="71979"/>
            </a:xfrm>
            <a:prstGeom prst="rect">
              <a:avLst/>
            </a:prstGeom>
            <a:noFill/>
            <a:ln>
              <a:noFill/>
            </a:ln>
          </p:spPr>
        </p:pic>
        <p:grpSp>
          <p:nvGrpSpPr>
            <p:cNvPr id="631" name="Google Shape;631;p1"/>
            <p:cNvGrpSpPr/>
            <p:nvPr/>
          </p:nvGrpSpPr>
          <p:grpSpPr>
            <a:xfrm>
              <a:off x="1198210" y="1746497"/>
              <a:ext cx="340040" cy="73151"/>
              <a:chOff x="1775537" y="1660144"/>
              <a:chExt cx="340040" cy="73151"/>
            </a:xfrm>
          </p:grpSpPr>
          <p:pic>
            <p:nvPicPr>
              <p:cNvPr id="632" name="Google Shape;632;p1"/>
              <p:cNvPicPr preferRelativeResize="0"/>
              <p:nvPr/>
            </p:nvPicPr>
            <p:blipFill rotWithShape="1">
              <a:blip r:embed="rId12">
                <a:alphaModFix/>
              </a:blip>
              <a:srcRect/>
              <a:stretch/>
            </p:blipFill>
            <p:spPr>
              <a:xfrm>
                <a:off x="1775537" y="1660144"/>
                <a:ext cx="226245" cy="73151"/>
              </a:xfrm>
              <a:prstGeom prst="rect">
                <a:avLst/>
              </a:prstGeom>
              <a:noFill/>
              <a:ln>
                <a:noFill/>
              </a:ln>
            </p:spPr>
          </p:pic>
          <p:pic>
            <p:nvPicPr>
              <p:cNvPr id="633" name="Google Shape;633;p1"/>
              <p:cNvPicPr preferRelativeResize="0"/>
              <p:nvPr/>
            </p:nvPicPr>
            <p:blipFill rotWithShape="1">
              <a:blip r:embed="rId13">
                <a:alphaModFix/>
              </a:blip>
              <a:srcRect/>
              <a:stretch/>
            </p:blipFill>
            <p:spPr>
              <a:xfrm>
                <a:off x="2022779" y="1661490"/>
                <a:ext cx="92798" cy="70446"/>
              </a:xfrm>
              <a:prstGeom prst="rect">
                <a:avLst/>
              </a:prstGeom>
              <a:noFill/>
              <a:ln>
                <a:noFill/>
              </a:ln>
            </p:spPr>
          </p:pic>
        </p:grpSp>
        <p:grpSp>
          <p:nvGrpSpPr>
            <p:cNvPr id="634" name="Google Shape;634;p1"/>
            <p:cNvGrpSpPr/>
            <p:nvPr/>
          </p:nvGrpSpPr>
          <p:grpSpPr>
            <a:xfrm>
              <a:off x="1594475" y="1747156"/>
              <a:ext cx="615060" cy="72442"/>
              <a:chOff x="2171802" y="1660803"/>
              <a:chExt cx="615060" cy="72442"/>
            </a:xfrm>
          </p:grpSpPr>
          <p:pic>
            <p:nvPicPr>
              <p:cNvPr id="635" name="Google Shape;635;p1"/>
              <p:cNvPicPr preferRelativeResize="0"/>
              <p:nvPr/>
            </p:nvPicPr>
            <p:blipFill rotWithShape="1">
              <a:blip r:embed="rId14">
                <a:alphaModFix/>
              </a:blip>
              <a:srcRect/>
              <a:stretch/>
            </p:blipFill>
            <p:spPr>
              <a:xfrm>
                <a:off x="2171802" y="1660803"/>
                <a:ext cx="224890" cy="71818"/>
              </a:xfrm>
              <a:prstGeom prst="rect">
                <a:avLst/>
              </a:prstGeom>
              <a:noFill/>
              <a:ln>
                <a:noFill/>
              </a:ln>
            </p:spPr>
          </p:pic>
          <p:pic>
            <p:nvPicPr>
              <p:cNvPr id="636" name="Google Shape;636;p1"/>
              <p:cNvPicPr preferRelativeResize="0"/>
              <p:nvPr/>
            </p:nvPicPr>
            <p:blipFill rotWithShape="1">
              <a:blip r:embed="rId15">
                <a:alphaModFix/>
              </a:blip>
              <a:srcRect/>
              <a:stretch/>
            </p:blipFill>
            <p:spPr>
              <a:xfrm>
                <a:off x="2418372" y="1661490"/>
                <a:ext cx="92798" cy="71132"/>
              </a:xfrm>
              <a:prstGeom prst="rect">
                <a:avLst/>
              </a:prstGeom>
              <a:noFill/>
              <a:ln>
                <a:noFill/>
              </a:ln>
            </p:spPr>
          </p:pic>
          <p:sp>
            <p:nvSpPr>
              <p:cNvPr id="637" name="Google Shape;637;p1"/>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38" name="Google Shape;638;p1"/>
              <p:cNvPicPr preferRelativeResize="0"/>
              <p:nvPr/>
            </p:nvPicPr>
            <p:blipFill rotWithShape="1">
              <a:blip r:embed="rId16">
                <a:alphaModFix/>
              </a:blip>
              <a:srcRect/>
              <a:stretch/>
            </p:blipFill>
            <p:spPr>
              <a:xfrm>
                <a:off x="2565367" y="1660803"/>
                <a:ext cx="221495" cy="71818"/>
              </a:xfrm>
              <a:prstGeom prst="rect">
                <a:avLst/>
              </a:prstGeom>
              <a:noFill/>
              <a:ln>
                <a:noFill/>
              </a:ln>
            </p:spPr>
          </p:pic>
        </p:grpSp>
        <p:sp>
          <p:nvSpPr>
            <p:cNvPr id="639" name="Google Shape;639;p1"/>
            <p:cNvSpPr/>
            <p:nvPr/>
          </p:nvSpPr>
          <p:spPr>
            <a:xfrm>
              <a:off x="2419873" y="1122638"/>
              <a:ext cx="0" cy="1066165"/>
            </a:xfrm>
            <a:custGeom>
              <a:avLst/>
              <a:gdLst/>
              <a:ahLst/>
              <a:cxnLst/>
              <a:rect l="l" t="t" r="r" b="b"/>
              <a:pathLst>
                <a:path w="120000" h="1066164" extrusionOk="0">
                  <a:moveTo>
                    <a:pt x="0" y="1065644"/>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grpSp>
        <p:nvGrpSpPr>
          <p:cNvPr id="640" name="Google Shape;640;p1"/>
          <p:cNvGrpSpPr/>
          <p:nvPr/>
        </p:nvGrpSpPr>
        <p:grpSpPr>
          <a:xfrm>
            <a:off x="268455" y="-309480"/>
            <a:ext cx="11492137" cy="7466535"/>
            <a:chOff x="-139357" y="-471286"/>
            <a:chExt cx="18742558" cy="12177194"/>
          </a:xfrm>
        </p:grpSpPr>
        <p:pic>
          <p:nvPicPr>
            <p:cNvPr id="641" name="Google Shape;641;p1" descr="A green square in black background&#10;&#10;AI-generated content may be incorrect."/>
            <p:cNvPicPr preferRelativeResize="0"/>
            <p:nvPr/>
          </p:nvPicPr>
          <p:blipFill rotWithShape="1">
            <a:blip r:embed="rId17">
              <a:alphaModFix/>
            </a:blip>
            <a:srcRect/>
            <a:stretch/>
          </p:blipFill>
          <p:spPr>
            <a:xfrm>
              <a:off x="2898041" y="6495896"/>
              <a:ext cx="1993899" cy="1993900"/>
            </a:xfrm>
            <a:prstGeom prst="rect">
              <a:avLst/>
            </a:prstGeom>
            <a:noFill/>
            <a:ln>
              <a:noFill/>
            </a:ln>
          </p:spPr>
        </p:pic>
        <p:pic>
          <p:nvPicPr>
            <p:cNvPr id="642" name="Google Shape;642;p1" descr="A black and green gradient&#10;&#10;AI-generated content may be incorrect."/>
            <p:cNvPicPr preferRelativeResize="0"/>
            <p:nvPr/>
          </p:nvPicPr>
          <p:blipFill rotWithShape="1">
            <a:blip r:embed="rId18">
              <a:alphaModFix/>
            </a:blip>
            <a:srcRect/>
            <a:stretch/>
          </p:blipFill>
          <p:spPr>
            <a:xfrm rot="10800000">
              <a:off x="10458884" y="3871756"/>
              <a:ext cx="2171320" cy="2171319"/>
            </a:xfrm>
            <a:prstGeom prst="rect">
              <a:avLst/>
            </a:prstGeom>
            <a:noFill/>
            <a:ln>
              <a:noFill/>
            </a:ln>
          </p:spPr>
        </p:pic>
        <p:pic>
          <p:nvPicPr>
            <p:cNvPr id="643" name="Google Shape;643;p1" descr="A green square in a black background&#10;&#10;AI-generated content may be incorrect."/>
            <p:cNvPicPr preferRelativeResize="0"/>
            <p:nvPr/>
          </p:nvPicPr>
          <p:blipFill rotWithShape="1">
            <a:blip r:embed="rId19">
              <a:alphaModFix/>
            </a:blip>
            <a:srcRect/>
            <a:stretch/>
          </p:blipFill>
          <p:spPr>
            <a:xfrm>
              <a:off x="304800" y="174462"/>
              <a:ext cx="1704099" cy="1704099"/>
            </a:xfrm>
            <a:prstGeom prst="rect">
              <a:avLst/>
            </a:prstGeom>
            <a:noFill/>
            <a:ln>
              <a:noFill/>
            </a:ln>
          </p:spPr>
        </p:pic>
        <p:pic>
          <p:nvPicPr>
            <p:cNvPr id="644" name="Google Shape;644;p1"/>
            <p:cNvPicPr preferRelativeResize="0"/>
            <p:nvPr/>
          </p:nvPicPr>
          <p:blipFill rotWithShape="1">
            <a:blip r:embed="rId18">
              <a:alphaModFix/>
            </a:blip>
            <a:srcRect/>
            <a:stretch/>
          </p:blipFill>
          <p:spPr>
            <a:xfrm>
              <a:off x="-139357" y="10258196"/>
              <a:ext cx="1447712" cy="1447712"/>
            </a:xfrm>
            <a:prstGeom prst="rect">
              <a:avLst/>
            </a:prstGeom>
            <a:noFill/>
            <a:ln>
              <a:noFill/>
            </a:ln>
          </p:spPr>
        </p:pic>
        <p:pic>
          <p:nvPicPr>
            <p:cNvPr id="645" name="Google Shape;645;p1" descr="A green square in a black background&#10;&#10;AI-generated content may be incorrect."/>
            <p:cNvPicPr preferRelativeResize="0"/>
            <p:nvPr/>
          </p:nvPicPr>
          <p:blipFill rotWithShape="1">
            <a:blip r:embed="rId19">
              <a:alphaModFix/>
            </a:blip>
            <a:srcRect/>
            <a:stretch/>
          </p:blipFill>
          <p:spPr>
            <a:xfrm>
              <a:off x="16899102" y="-471286"/>
              <a:ext cx="1704099" cy="1704099"/>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1" name="Google Shape;651;p2"/>
          <p:cNvSpPr txBox="1"/>
          <p:nvPr/>
        </p:nvSpPr>
        <p:spPr>
          <a:xfrm>
            <a:off x="461337" y="1300132"/>
            <a:ext cx="11395263" cy="856838"/>
          </a:xfrm>
          <a:prstGeom prst="rect">
            <a:avLst/>
          </a:prstGeom>
          <a:noFill/>
          <a:ln>
            <a:noFill/>
          </a:ln>
        </p:spPr>
        <p:txBody>
          <a:bodyPr spcFirstLastPara="1" wrap="square" lIns="0" tIns="0" rIns="0" bIns="0" anchor="t" anchorCtr="0">
            <a:spAutoFit/>
          </a:bodyPr>
          <a:lstStyle/>
          <a:p>
            <a:pPr marL="0" marR="0" lvl="0" indent="0" algn="l" rtl="0">
              <a:lnSpc>
                <a:spcPct val="140017"/>
              </a:lnSpc>
              <a:spcBef>
                <a:spcPts val="0"/>
              </a:spcBef>
              <a:spcAft>
                <a:spcPts val="0"/>
              </a:spcAft>
              <a:buNone/>
            </a:pPr>
            <a:endParaRPr sz="1177" dirty="0">
              <a:solidFill>
                <a:srgbClr val="FFFFFF"/>
              </a:solidFill>
              <a:latin typeface="Inter"/>
              <a:ea typeface="Inter"/>
              <a:cs typeface="Inter"/>
              <a:sym typeface="Inter"/>
            </a:endParaRPr>
          </a:p>
          <a:p>
            <a:pPr lvl="0">
              <a:lnSpc>
                <a:spcPct val="140017"/>
              </a:lnSpc>
            </a:pPr>
            <a:r>
              <a:rPr lang="en-US" sz="2800" b="1" dirty="0">
                <a:solidFill>
                  <a:srgbClr val="00DB96"/>
                </a:solidFill>
                <a:latin typeface="Orbitron SemiBold"/>
                <a:sym typeface="Orbitron SemiBold"/>
              </a:rPr>
              <a:t>~# </a:t>
            </a:r>
            <a:r>
              <a:rPr lang="en-US" sz="2800" b="1" dirty="0" err="1">
                <a:solidFill>
                  <a:srgbClr val="00DB96"/>
                </a:solidFill>
                <a:latin typeface="Orbitron SemiBold"/>
                <a:sym typeface="Orbitron SemiBold"/>
              </a:rPr>
              <a:t>Whoami</a:t>
            </a:r>
            <a:r>
              <a:rPr lang="en-US" sz="2800" b="1" dirty="0">
                <a:solidFill>
                  <a:srgbClr val="00DB96"/>
                </a:solidFill>
                <a:latin typeface="Orbitron SemiBold"/>
                <a:sym typeface="Orbitron SemiBold"/>
              </a:rPr>
              <a:t> </a:t>
            </a:r>
            <a:endParaRPr sz="3000" b="1" dirty="0">
              <a:solidFill>
                <a:srgbClr val="FFFFFF"/>
              </a:solidFill>
              <a:latin typeface="Orbitron SemiBold" panose="020B0604020202020204" charset="0"/>
              <a:ea typeface="Inter Medium"/>
              <a:cs typeface="Inter Medium"/>
              <a:sym typeface="Inter Medium"/>
            </a:endParaRPr>
          </a:p>
        </p:txBody>
      </p:sp>
      <p:grpSp>
        <p:nvGrpSpPr>
          <p:cNvPr id="652" name="Google Shape;652;p2"/>
          <p:cNvGrpSpPr/>
          <p:nvPr/>
        </p:nvGrpSpPr>
        <p:grpSpPr>
          <a:xfrm>
            <a:off x="461337" y="1541771"/>
            <a:ext cx="8818182" cy="0"/>
            <a:chOff x="0" y="25400"/>
            <a:chExt cx="17636363" cy="0"/>
          </a:xfrm>
        </p:grpSpPr>
        <p:cxnSp>
          <p:nvCxnSpPr>
            <p:cNvPr id="653" name="Google Shape;653;p2"/>
            <p:cNvCxnSpPr/>
            <p:nvPr/>
          </p:nvCxnSpPr>
          <p:spPr>
            <a:xfrm>
              <a:off x="0" y="25400"/>
              <a:ext cx="11684245" cy="0"/>
            </a:xfrm>
            <a:prstGeom prst="straightConnector1">
              <a:avLst/>
            </a:prstGeom>
            <a:noFill/>
            <a:ln w="50800" cap="flat" cmpd="sng">
              <a:solidFill>
                <a:srgbClr val="FFFFFF"/>
              </a:solidFill>
              <a:prstDash val="solid"/>
              <a:round/>
              <a:headEnd type="none" w="sm" len="sm"/>
              <a:tailEnd type="none" w="sm" len="sm"/>
            </a:ln>
          </p:spPr>
        </p:cxnSp>
        <p:cxnSp>
          <p:nvCxnSpPr>
            <p:cNvPr id="654" name="Google Shape;654;p2"/>
            <p:cNvCxnSpPr/>
            <p:nvPr/>
          </p:nvCxnSpPr>
          <p:spPr>
            <a:xfrm>
              <a:off x="11671545" y="25400"/>
              <a:ext cx="5964818" cy="0"/>
            </a:xfrm>
            <a:prstGeom prst="straightConnector1">
              <a:avLst/>
            </a:prstGeom>
            <a:noFill/>
            <a:ln w="50800" cap="flat" cmpd="sng">
              <a:solidFill>
                <a:srgbClr val="73FAFD"/>
              </a:solidFill>
              <a:prstDash val="solid"/>
              <a:round/>
              <a:headEnd type="none" w="sm" len="sm"/>
              <a:tailEnd type="none" w="sm" len="sm"/>
            </a:ln>
          </p:spPr>
        </p:cxnSp>
      </p:grpSp>
      <p:grpSp>
        <p:nvGrpSpPr>
          <p:cNvPr id="655" name="Google Shape;655;p2"/>
          <p:cNvGrpSpPr/>
          <p:nvPr/>
        </p:nvGrpSpPr>
        <p:grpSpPr>
          <a:xfrm>
            <a:off x="461337" y="212296"/>
            <a:ext cx="2043499" cy="715697"/>
            <a:chOff x="60886" y="1050828"/>
            <a:chExt cx="2195195" cy="768825"/>
          </a:xfrm>
        </p:grpSpPr>
        <p:sp>
          <p:nvSpPr>
            <p:cNvPr id="656" name="Google Shape;656;p2"/>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p:cNvGrpSpPr/>
            <p:nvPr/>
          </p:nvGrpSpPr>
          <p:grpSpPr>
            <a:xfrm>
              <a:off x="60896" y="1747162"/>
              <a:ext cx="583898" cy="72491"/>
              <a:chOff x="638223" y="1660809"/>
              <a:chExt cx="583898" cy="72491"/>
            </a:xfrm>
          </p:grpSpPr>
          <p:pic>
            <p:nvPicPr>
              <p:cNvPr id="659" name="Google Shape;659;p2"/>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p:cNvGrpSpPr/>
            <p:nvPr/>
          </p:nvGrpSpPr>
          <p:grpSpPr>
            <a:xfrm>
              <a:off x="1198210" y="1746497"/>
              <a:ext cx="340040" cy="73151"/>
              <a:chOff x="1775537" y="1660144"/>
              <a:chExt cx="340040" cy="73151"/>
            </a:xfrm>
          </p:grpSpPr>
          <p:pic>
            <p:nvPicPr>
              <p:cNvPr id="666" name="Google Shape;666;p2"/>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p:cNvGrpSpPr/>
            <p:nvPr/>
          </p:nvGrpSpPr>
          <p:grpSpPr>
            <a:xfrm>
              <a:off x="1594475" y="1747156"/>
              <a:ext cx="615060" cy="72442"/>
              <a:chOff x="2171802" y="1660803"/>
              <a:chExt cx="615060" cy="72442"/>
            </a:xfrm>
          </p:grpSpPr>
          <p:pic>
            <p:nvPicPr>
              <p:cNvPr id="669" name="Google Shape;669;p2"/>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4E772003-9526-E9F0-98FB-0FC45199ED5A}"/>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B2E21604-B3C9-BB34-8DE2-DEE7126769F3}"/>
              </a:ext>
            </a:extLst>
          </p:cNvPr>
          <p:cNvSpPr>
            <a:spLocks noGrp="1"/>
          </p:cNvSpPr>
          <p:nvPr>
            <p:ph type="body" idx="1"/>
          </p:nvPr>
        </p:nvSpPr>
        <p:spPr>
          <a:xfrm>
            <a:off x="461337" y="2300313"/>
            <a:ext cx="10058400" cy="3144391"/>
          </a:xfrm>
        </p:spPr>
        <p:txBody>
          <a:bodyPr/>
          <a:lstStyle/>
          <a:p>
            <a:r>
              <a:rPr lang="en-US" b="1" dirty="0">
                <a:solidFill>
                  <a:srgbClr val="00DB96"/>
                </a:solidFill>
                <a:latin typeface="Orbitron SemiBold"/>
                <a:sym typeface="Orbitron SemiBold"/>
              </a:rPr>
              <a:t>Jabr </a:t>
            </a:r>
            <a:r>
              <a:rPr lang="en-US" b="1" dirty="0" err="1">
                <a:solidFill>
                  <a:srgbClr val="00DB96"/>
                </a:solidFill>
                <a:latin typeface="Orbitron SemiBold"/>
                <a:sym typeface="Orbitron SemiBold"/>
              </a:rPr>
              <a:t>AlOtaibi</a:t>
            </a:r>
            <a:r>
              <a:rPr lang="en-US" b="1" dirty="0">
                <a:solidFill>
                  <a:srgbClr val="00DB96"/>
                </a:solidFill>
                <a:latin typeface="Orbitron SemiBold"/>
                <a:sym typeface="Orbitron SemiBold"/>
              </a:rPr>
              <a:t>,</a:t>
            </a:r>
          </a:p>
          <a:p>
            <a:r>
              <a:rPr lang="en-US" b="1" dirty="0">
                <a:solidFill>
                  <a:srgbClr val="00DB96"/>
                </a:solidFill>
                <a:latin typeface="Orbitron SemiBold"/>
                <a:sym typeface="Orbitron SemiBold"/>
              </a:rPr>
              <a:t>17-years old security researcher focused on the Linux kernel, browser engines, and low level in general.</a:t>
            </a:r>
          </a:p>
          <a:p>
            <a:r>
              <a:rPr lang="en-US" b="1" dirty="0">
                <a:solidFill>
                  <a:srgbClr val="00DB96"/>
                </a:solidFill>
                <a:latin typeface="Orbitron SemiBold"/>
                <a:sym typeface="Orbitron SemiBold"/>
              </a:rPr>
              <a:t>Past-work: 5+CVEs, </a:t>
            </a:r>
            <a:r>
              <a:rPr lang="en-US" b="1" dirty="0" err="1">
                <a:solidFill>
                  <a:srgbClr val="00DB96"/>
                </a:solidFill>
                <a:latin typeface="Orbitron SemiBold"/>
                <a:sym typeface="Orbitron SemiBold"/>
              </a:rPr>
              <a:t>UxPlay</a:t>
            </a:r>
            <a:r>
              <a:rPr lang="en-US" b="1" dirty="0">
                <a:solidFill>
                  <a:srgbClr val="00DB96"/>
                </a:solidFill>
                <a:latin typeface="Orbitron SemiBold"/>
                <a:sym typeface="Orbitron SemiBold"/>
              </a:rPr>
              <a:t>, </a:t>
            </a:r>
            <a:r>
              <a:rPr lang="en-US" b="1" dirty="0" err="1">
                <a:solidFill>
                  <a:srgbClr val="00DB96"/>
                </a:solidFill>
                <a:latin typeface="Orbitron SemiBold"/>
                <a:sym typeface="Orbitron SemiBold"/>
              </a:rPr>
              <a:t>AirPlay</a:t>
            </a:r>
            <a:r>
              <a:rPr lang="en-US" b="1" dirty="0">
                <a:solidFill>
                  <a:srgbClr val="00DB96"/>
                </a:solidFill>
                <a:latin typeface="Orbitron SemiBold"/>
                <a:sym typeface="Orbitron SemiBold"/>
              </a:rPr>
              <a:t>, </a:t>
            </a:r>
            <a:r>
              <a:rPr lang="en-US" b="1" dirty="0" err="1">
                <a:solidFill>
                  <a:srgbClr val="00DB96"/>
                </a:solidFill>
                <a:latin typeface="Orbitron SemiBold"/>
                <a:sym typeface="Orbitron SemiBold"/>
              </a:rPr>
              <a:t>ChroomServers</a:t>
            </a:r>
            <a:r>
              <a:rPr lang="en-US" b="1" dirty="0">
                <a:solidFill>
                  <a:srgbClr val="00DB96"/>
                </a:solidFill>
                <a:latin typeface="Orbitron SemiBold"/>
                <a:sym typeface="Orbitron SemiBold"/>
              </a:rPr>
              <a:t>, etc.</a:t>
            </a:r>
          </a:p>
          <a:p>
            <a:endParaRPr lang="en-US" b="1" dirty="0">
              <a:solidFill>
                <a:srgbClr val="00DB96"/>
              </a:solidFill>
              <a:latin typeface="Orbitron SemiBold"/>
              <a:sym typeface="Orbitron SemiBold"/>
            </a:endParaRPr>
          </a:p>
          <a:p>
            <a:endParaRPr lang="en-US" b="1" dirty="0">
              <a:solidFill>
                <a:srgbClr val="00DB96"/>
              </a:solidFill>
              <a:latin typeface="Orbitron SemiBold"/>
              <a:sym typeface="Orbitron SemiBold"/>
            </a:endParaRPr>
          </a:p>
          <a:p>
            <a:r>
              <a:rPr lang="en-US" b="1" dirty="0">
                <a:solidFill>
                  <a:srgbClr val="00DB96"/>
                </a:solidFill>
                <a:latin typeface="Orbitron SemiBold"/>
                <a:sym typeface="Orbitron SemiBold"/>
              </a:rPr>
              <a: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CB045CB7-B064-41BB-D50C-13462DA770B3}"/>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79B1A8A5-750A-265F-50CA-4521ED1D740F}"/>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lvl="0">
              <a:lnSpc>
                <a:spcPct val="140017"/>
              </a:lnSpc>
            </a:pPr>
            <a:r>
              <a:rPr lang="en-US" sz="2800" b="1" dirty="0">
                <a:solidFill>
                  <a:srgbClr val="00DB96"/>
                </a:solidFill>
                <a:latin typeface="Orbitron SemiBold"/>
                <a:sym typeface="Orbitron SemiBold"/>
              </a:rPr>
              <a:t>~# Agenda </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D3F52BF1-0B0C-43FF-8B16-C8E7B8F01BEC}"/>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8ACB4130-37F0-6242-874F-96011B99DC2E}"/>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50C00897-00E2-4278-1F15-08EBB583CF93}"/>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C3B05CD7-5FFA-A121-58FB-F4E7370A0CDD}"/>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821FCDC6-1EC9-2EEF-6A43-6381C0CDE02E}"/>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E7FBA0B3-5BDA-6DA3-AFAD-3E263E0600AF}"/>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05032F7C-0A4C-E903-005D-CF6CE4CA815E}"/>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5F2C1D97-29C5-9264-993D-E9CC6300D547}"/>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26BAB808-5574-4382-4E1B-EA3B12A27E6B}"/>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9F6C8318-DF5B-4A43-7DEA-4EC26F352592}"/>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F98E59F7-F4D1-1739-3B97-90F789EB9DB0}"/>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18CEBEDE-91F4-819C-8335-F773973122EE}"/>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3DE2F680-7687-385E-B6E1-829BBA64682D}"/>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E1BDB8AA-0B7D-2076-583D-11F0B4464BFC}"/>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0ED28B6F-FC12-BE77-8C1F-6AEC6219E63B}"/>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AE466B53-1C17-D702-C47B-EB557512CBB5}"/>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BA94D2E0-54A6-FECC-EE8E-16B75FDA3DA7}"/>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4E32CB57-7888-964A-5E4B-554F378A263E}"/>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9B80E1D2-9179-FA94-3541-B9975B83A04B}"/>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21BE600B-7B8A-F994-3F6A-2305AF1A7AF8}"/>
              </a:ext>
            </a:extLst>
          </p:cNvPr>
          <p:cNvSpPr>
            <a:spLocks noGrp="1"/>
          </p:cNvSpPr>
          <p:nvPr>
            <p:ph type="body" idx="1"/>
          </p:nvPr>
        </p:nvSpPr>
        <p:spPr>
          <a:xfrm>
            <a:off x="461337" y="2183050"/>
            <a:ext cx="10058400" cy="3144391"/>
          </a:xfrm>
        </p:spPr>
        <p:txBody>
          <a:bodyPr/>
          <a:lstStyle/>
          <a:p>
            <a:r>
              <a:rPr lang="en-US" b="1" dirty="0">
                <a:solidFill>
                  <a:srgbClr val="00DB96"/>
                </a:solidFill>
                <a:latin typeface="Orbitron SemiBold"/>
                <a:sym typeface="Orbitron SemiBold"/>
              </a:rPr>
              <a:t>Motivation behind this technique</a:t>
            </a:r>
          </a:p>
          <a:p>
            <a:r>
              <a:rPr lang="en-US" b="1" dirty="0">
                <a:solidFill>
                  <a:srgbClr val="00DB96"/>
                </a:solidFill>
                <a:latin typeface="Orbitron SemiBold"/>
                <a:sym typeface="Orbitron SemiBold"/>
              </a:rPr>
              <a:t>Linux namespaces 101</a:t>
            </a:r>
          </a:p>
          <a:p>
            <a:r>
              <a:rPr lang="en-US" b="1" dirty="0" err="1">
                <a:solidFill>
                  <a:srgbClr val="00DB96"/>
                </a:solidFill>
                <a:latin typeface="Orbitron SemiBold"/>
                <a:sym typeface="Orbitron SemiBold"/>
              </a:rPr>
              <a:t>Unshare’ing</a:t>
            </a:r>
            <a:r>
              <a:rPr lang="en-US" b="1" dirty="0">
                <a:solidFill>
                  <a:srgbClr val="00DB96"/>
                </a:solidFill>
                <a:latin typeface="Orbitron SemiBold"/>
                <a:sym typeface="Orbitron SemiBold"/>
              </a:rPr>
              <a:t> to persist</a:t>
            </a:r>
          </a:p>
          <a:p>
            <a:r>
              <a:rPr lang="en-US" b="1" dirty="0">
                <a:solidFill>
                  <a:srgbClr val="00DB96"/>
                </a:solidFill>
                <a:latin typeface="Orbitron SemiBold"/>
                <a:sym typeface="Orbitron SemiBold"/>
              </a:rPr>
              <a:t>Live Demo</a:t>
            </a:r>
          </a:p>
          <a:p>
            <a:r>
              <a:rPr lang="en-US" b="1" dirty="0">
                <a:solidFill>
                  <a:srgbClr val="00DB96"/>
                </a:solidFill>
                <a:latin typeface="Orbitron SemiBold"/>
                <a:sym typeface="Orbitron SemiBold"/>
              </a:rPr>
              <a:t>Conclusion</a:t>
            </a:r>
          </a:p>
          <a:p>
            <a:endParaRPr lang="en-US" dirty="0"/>
          </a:p>
        </p:txBody>
      </p:sp>
    </p:spTree>
    <p:extLst>
      <p:ext uri="{BB962C8B-B14F-4D97-AF65-F5344CB8AC3E}">
        <p14:creationId xmlns:p14="http://schemas.microsoft.com/office/powerpoint/2010/main" val="96408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7DB06813-49AB-D439-724A-448BCB7B244B}"/>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684F13B4-84D7-9672-423B-AD08DA152AFC}"/>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Motivation behind this technique </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392C4D3A-BA35-2FEE-CEB2-5547C2F2C788}"/>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2F491D79-9F55-7B20-E917-56ACF4BA128E}"/>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657162C4-B549-0370-059E-F0C84566DB1E}"/>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89C6F62B-1023-BE48-0CDD-A1A7D10A873D}"/>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0AE128BD-BD86-CF8C-B104-3C983C28D396}"/>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3DF323FE-D2C8-847E-225C-CCEF7A170B0A}"/>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D1B625AD-A52D-E244-BD3C-2AB4956B872A}"/>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CD91120B-4B26-2D3C-571F-DA05FFB09497}"/>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7497E4A7-044F-E8D7-8269-0F85D40F2469}"/>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30CEE75F-069C-752F-E12C-21C6EF741B2B}"/>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BB304C8C-3174-5DFC-A869-998703C0E34D}"/>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6B2BF71F-D3B4-82D3-DBF3-FB4543301117}"/>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93CD816F-A4A7-27D6-49BA-37AB11F4F25F}"/>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65392F45-82E0-F980-FCAF-81FE484CD3C4}"/>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2BAACC81-23BD-C9F5-B462-DBD9DAD5C4D0}"/>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27374F48-3782-29B9-9424-EA7202A2147C}"/>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6C6D8573-D6EE-05E6-9A3F-A93FAFBE3590}"/>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8AF96357-61AF-5CE7-E6CD-F68CEBF0AEED}"/>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A3A3FBFA-0F71-D5D2-1ED4-19C0C1EF749F}"/>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73407946-A90C-F790-4A34-ECC5F0B5F19D}"/>
              </a:ext>
            </a:extLst>
          </p:cNvPr>
          <p:cNvSpPr>
            <a:spLocks noGrp="1"/>
          </p:cNvSpPr>
          <p:nvPr>
            <p:ph type="body" idx="1"/>
          </p:nvPr>
        </p:nvSpPr>
        <p:spPr>
          <a:xfrm>
            <a:off x="461337" y="2183050"/>
            <a:ext cx="10058400" cy="3813162"/>
          </a:xfrm>
        </p:spPr>
        <p:txBody>
          <a:bodyPr/>
          <a:lstStyle/>
          <a:p>
            <a:r>
              <a:rPr lang="en-US" dirty="0">
                <a:solidFill>
                  <a:schemeClr val="accent5"/>
                </a:solidFill>
                <a:latin typeface="Orbitron SemiBold" panose="020B0604020202020204" charset="0"/>
              </a:rPr>
              <a:t>In most Linux systems, maintaining long-term access traditionally relies on creating startup entries like </a:t>
            </a:r>
            <a:r>
              <a:rPr lang="en-US" dirty="0" err="1">
                <a:solidFill>
                  <a:schemeClr val="accent5"/>
                </a:solidFill>
                <a:latin typeface="Orbitron SemiBold" panose="020B0604020202020204" charset="0"/>
              </a:rPr>
              <a:t>systemd</a:t>
            </a:r>
            <a:r>
              <a:rPr lang="en-US" dirty="0">
                <a:solidFill>
                  <a:schemeClr val="accent5"/>
                </a:solidFill>
                <a:latin typeface="Orbitron SemiBold" panose="020B0604020202020204" charset="0"/>
              </a:rPr>
              <a:t> services, </a:t>
            </a:r>
            <a:r>
              <a:rPr lang="en-US" dirty="0" err="1">
                <a:solidFill>
                  <a:schemeClr val="accent5"/>
                </a:solidFill>
                <a:latin typeface="Orbitron SemiBold" panose="020B0604020202020204" charset="0"/>
              </a:rPr>
              <a:t>cron</a:t>
            </a:r>
            <a:r>
              <a:rPr lang="en-US" dirty="0">
                <a:solidFill>
                  <a:schemeClr val="accent5"/>
                </a:solidFill>
                <a:latin typeface="Orbitron SemiBold" panose="020B0604020202020204" charset="0"/>
              </a:rPr>
              <a:t> jobs, or adding commands to shell configuration files. </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Yes they’re effective but…</a:t>
            </a:r>
          </a:p>
          <a:p>
            <a:r>
              <a:rPr lang="en-US" dirty="0">
                <a:solidFill>
                  <a:schemeClr val="accent5"/>
                </a:solidFill>
                <a:latin typeface="Orbitron SemiBold" panose="020B0604020202020204" charset="0"/>
              </a:rPr>
              <a:t>They’re Noisy</a:t>
            </a:r>
          </a:p>
          <a:p>
            <a:r>
              <a:rPr lang="en-US" dirty="0">
                <a:solidFill>
                  <a:schemeClr val="accent5"/>
                </a:solidFill>
                <a:latin typeface="Orbitron SemiBold" panose="020B0604020202020204" charset="0"/>
              </a:rPr>
              <a:t>Actions get logged</a:t>
            </a:r>
          </a:p>
          <a:p>
            <a:r>
              <a:rPr lang="en-US" dirty="0">
                <a:solidFill>
                  <a:schemeClr val="accent5"/>
                </a:solidFill>
                <a:latin typeface="Orbitron SemiBold" panose="020B0604020202020204" charset="0"/>
              </a:rPr>
              <a:t>Conventional and leaves artifacts</a:t>
            </a:r>
          </a:p>
        </p:txBody>
      </p:sp>
    </p:spTree>
    <p:extLst>
      <p:ext uri="{BB962C8B-B14F-4D97-AF65-F5344CB8AC3E}">
        <p14:creationId xmlns:p14="http://schemas.microsoft.com/office/powerpoint/2010/main" val="150721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108BD5B0-4910-A6AB-7149-37AE30077F4F}"/>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ADE15ADF-E677-8834-4742-AD6B705CB1DE}"/>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Stealth is required</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0DD4B177-35E2-19D4-CCE8-6BF1123FC53D}"/>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B52BBDE9-E223-5BAD-419D-164788C4BAF1}"/>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DC99DC64-FC9B-D730-9BDB-46AF3940388D}"/>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FAD67DB1-7225-5C64-B0AD-07047ED4AC0E}"/>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8693BF1E-CF4B-8EFE-9B6A-FBF6F6FB65D1}"/>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FF6C49E8-AAA2-7112-58AA-8B3015390046}"/>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6830E883-8FA6-227A-FA78-5598A2BC42F1}"/>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DC0A7294-E5C2-062E-C1CD-DD91749F6CC7}"/>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1D9ED206-630A-7D33-0B68-4EA33A935ECB}"/>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BEA6E760-D77C-B8EE-9D48-5661B4964521}"/>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6F96B350-CD43-3EAB-F6AB-1446C1C3B737}"/>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37CBD2F0-05A4-09C9-6496-B76E9015E9F0}"/>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96EC886C-DF57-481F-1571-58871FC3F201}"/>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DD80C0D0-100B-B75A-FEBC-FC16410DB6D7}"/>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C1C2DDF0-1C7B-23CD-CEFA-45807B141D3C}"/>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0D427A75-DDA7-BF13-C4EC-5AE30684167C}"/>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6952705C-44C3-2CA9-6765-6C1547083E75}"/>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1556DC05-A967-851B-7A20-92105DA8600A}"/>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6318B89B-9AA6-A22D-07B8-34037250EFF9}"/>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56654B6F-20E9-0B0A-4A06-07E9049FBDEA}"/>
              </a:ext>
            </a:extLst>
          </p:cNvPr>
          <p:cNvSpPr>
            <a:spLocks noGrp="1"/>
          </p:cNvSpPr>
          <p:nvPr>
            <p:ph type="body" idx="1"/>
          </p:nvPr>
        </p:nvSpPr>
        <p:spPr>
          <a:xfrm>
            <a:off x="461337" y="2183050"/>
            <a:ext cx="10058400" cy="3813162"/>
          </a:xfrm>
        </p:spPr>
        <p:txBody>
          <a:bodyPr/>
          <a:lstStyle/>
          <a:p>
            <a:r>
              <a:rPr lang="en-US" dirty="0">
                <a:solidFill>
                  <a:schemeClr val="accent5"/>
                </a:solidFill>
                <a:latin typeface="Orbitron SemiBold" panose="020B0604020202020204" charset="0"/>
              </a:rPr>
              <a:t>For successful operations stealth is a crucial thing, and what we need is a way to stay alive on a system without leaving “obvious” traces, no extra files no reboots </a:t>
            </a:r>
            <a:r>
              <a:rPr lang="en-US" dirty="0" err="1">
                <a:solidFill>
                  <a:schemeClr val="accent5"/>
                </a:solidFill>
                <a:latin typeface="Orbitron SemiBold" panose="020B0604020202020204" charset="0"/>
              </a:rPr>
              <a:t>etc</a:t>
            </a:r>
            <a:r>
              <a:rPr lang="en-US" dirty="0">
                <a:solidFill>
                  <a:schemeClr val="accent5"/>
                </a:solidFill>
                <a:latin typeface="Orbitron SemiBold" panose="020B0604020202020204" charset="0"/>
              </a:rPr>
              <a:t>…</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Modern Linux offers built-in primitives, like namespaces that allow processes to operate in an isolated environment, while still running on the same kernel.</a:t>
            </a:r>
          </a:p>
        </p:txBody>
      </p:sp>
    </p:spTree>
    <p:extLst>
      <p:ext uri="{BB962C8B-B14F-4D97-AF65-F5344CB8AC3E}">
        <p14:creationId xmlns:p14="http://schemas.microsoft.com/office/powerpoint/2010/main" val="383157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BE86CA31-BEE7-65A5-2448-E98115697C66}"/>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D2CBA5E2-9BB2-E982-34D1-5260C017FC7A}"/>
              </a:ext>
            </a:extLst>
          </p:cNvPr>
          <p:cNvSpPr txBox="1"/>
          <p:nvPr/>
        </p:nvSpPr>
        <p:spPr>
          <a:xfrm>
            <a:off x="147484" y="2605761"/>
            <a:ext cx="11395263" cy="947952"/>
          </a:xfrm>
          <a:prstGeom prst="rect">
            <a:avLst/>
          </a:prstGeom>
          <a:noFill/>
          <a:ln>
            <a:noFill/>
          </a:ln>
        </p:spPr>
        <p:txBody>
          <a:bodyPr spcFirstLastPara="1" wrap="square" lIns="0" tIns="0" rIns="0" bIns="0" anchor="t" anchorCtr="0">
            <a:spAutoFit/>
          </a:bodyPr>
          <a:lstStyle/>
          <a:p>
            <a:pPr>
              <a:lnSpc>
                <a:spcPct val="140017"/>
              </a:lnSpc>
            </a:pPr>
            <a:r>
              <a:rPr lang="en-US" sz="4400" b="1" dirty="0">
                <a:solidFill>
                  <a:srgbClr val="00DB96"/>
                </a:solidFill>
                <a:latin typeface="Orbitron SemiBold"/>
                <a:sym typeface="Orbitron SemiBold"/>
              </a:rPr>
              <a:t>~# Linux namespaces 101</a:t>
            </a:r>
            <a:endParaRPr sz="44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4BA6D8A9-7BA4-9BE8-54F3-B4416B6696E0}"/>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B7F2B662-0E3E-B23F-354F-D468C9FFD3F3}"/>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A9E9E6A0-04BF-030B-CD02-6177F4AC142A}"/>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562C21DA-63E3-F664-DEFF-29E50D3B3B0B}"/>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07282A66-F013-D322-73D3-E3B4DB995E89}"/>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86572616-C1F4-3468-0D89-369BE2248DA3}"/>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A30CDDC7-D07B-A52F-6E7A-75C95725F57E}"/>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CE86D758-3A82-EC81-A984-08AD5B929E95}"/>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FD1F0262-F7F3-5882-5A7E-B15337D917A4}"/>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64A35B23-D926-1CDD-E94D-F89647E7DF79}"/>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4964D916-A278-18FA-D4F3-E5EB9EBFA7D2}"/>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54F49C43-9CA9-E2A5-B48C-C158BA964F43}"/>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EDAC525-B04C-345B-9006-142D6A08D360}"/>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D64C9A64-F17C-EE48-F46D-99185952A894}"/>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FAA26A81-20C2-9094-ACD4-561D64360397}"/>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0493B17D-FDB4-67EE-2C48-9AEA73D3DE97}"/>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6C7367FB-4E70-1BF2-F717-9FC2CB6CEE1A}"/>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1A9D5379-1493-B4F7-6382-012743E1B3AA}"/>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22EFF801-FF56-7C81-6A70-945B1F18CD4F}"/>
              </a:ext>
            </a:extLst>
          </p:cNvPr>
          <p:cNvSpPr>
            <a:spLocks noGrp="1"/>
          </p:cNvSpPr>
          <p:nvPr>
            <p:ph type="title"/>
          </p:nvPr>
        </p:nvSpPr>
        <p:spPr>
          <a:xfrm flipH="1" flipV="1">
            <a:off x="9448800" y="4475746"/>
            <a:ext cx="344127" cy="256675"/>
          </a:xfrm>
        </p:spPr>
        <p:txBody>
          <a:bodyPr/>
          <a:lstStyle/>
          <a:p>
            <a:endParaRPr lang="en-US" dirty="0"/>
          </a:p>
        </p:txBody>
      </p:sp>
      <p:sp>
        <p:nvSpPr>
          <p:cNvPr id="3" name="Text Placeholder 2">
            <a:extLst>
              <a:ext uri="{FF2B5EF4-FFF2-40B4-BE49-F238E27FC236}">
                <a16:creationId xmlns:a16="http://schemas.microsoft.com/office/drawing/2014/main" id="{CA3B16C9-9EDE-83B7-0567-2E91C6491B93}"/>
              </a:ext>
            </a:extLst>
          </p:cNvPr>
          <p:cNvSpPr>
            <a:spLocks noGrp="1"/>
          </p:cNvSpPr>
          <p:nvPr>
            <p:ph type="body" idx="1"/>
          </p:nvPr>
        </p:nvSpPr>
        <p:spPr>
          <a:xfrm>
            <a:off x="10234863" y="5392970"/>
            <a:ext cx="284874" cy="603242"/>
          </a:xfrm>
        </p:spPr>
        <p:txBody>
          <a:bodyPr/>
          <a:lstStyle/>
          <a:p>
            <a:pPr marL="101600" indent="0">
              <a:buNone/>
            </a:pPr>
            <a:endParaRPr lang="en-US" dirty="0">
              <a:solidFill>
                <a:schemeClr val="accent5"/>
              </a:solidFill>
              <a:latin typeface="Orbitron SemiBold" panose="020B0604020202020204" charset="0"/>
            </a:endParaRPr>
          </a:p>
        </p:txBody>
      </p:sp>
    </p:spTree>
    <p:extLst>
      <p:ext uri="{BB962C8B-B14F-4D97-AF65-F5344CB8AC3E}">
        <p14:creationId xmlns:p14="http://schemas.microsoft.com/office/powerpoint/2010/main" val="3100890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C89DA8BD-61C3-04AB-2728-288119D81908}"/>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366B2645-7913-A09A-6E4C-D015D32B456A}"/>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Understanding Linux namespaces</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30039BE5-F5EE-A726-EB5D-093D1B11C04B}"/>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95BF9AFF-0237-59B1-A352-846BB21A6209}"/>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C1E1E0DB-2A6A-493A-8B18-BF268860B8C4}"/>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E8DF35B7-4BFA-9640-FE62-FDD3066DBFC2}"/>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C0DCE99B-5422-6516-9E64-4CBDBD5BF05E}"/>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ABF9918B-FB56-C4EE-762B-167842FC60C8}"/>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B03CD873-D2DC-E801-D7B6-55AB7415F224}"/>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AB92DCCE-AB2F-DB4A-6025-A68109C6D90F}"/>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98383824-0EAA-5676-176E-E9A54A074106}"/>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86002489-C0A8-E69A-98F8-0F4C7A3A8E96}"/>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8DA88F9E-015D-F13C-AE4A-A5157734BD83}"/>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B14DF917-C49C-447B-C64F-2CCF2020DE37}"/>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59FCC69-CDCC-F5C7-5263-0B40619D34F1}"/>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76790A29-1D87-172C-1C6A-3EECDA217F32}"/>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DD102306-F5E0-F567-E02A-6200A13ECE76}"/>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24FA9120-FAE9-A3E4-9586-FC3495F7AED1}"/>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C66AD0EA-4691-3807-A896-D622D8FE9686}"/>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75F2DDB0-A11E-82E6-897E-40D64ACBBD5D}"/>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3DF427A2-9879-978A-1F86-9E31119C5515}"/>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E174AF44-C4B9-34B2-779C-344E73F51F41}"/>
              </a:ext>
            </a:extLst>
          </p:cNvPr>
          <p:cNvSpPr>
            <a:spLocks noGrp="1"/>
          </p:cNvSpPr>
          <p:nvPr>
            <p:ph type="body" idx="1"/>
          </p:nvPr>
        </p:nvSpPr>
        <p:spPr>
          <a:xfrm>
            <a:off x="461337" y="2183049"/>
            <a:ext cx="10058400" cy="4141687"/>
          </a:xfrm>
        </p:spPr>
        <p:txBody>
          <a:bodyPr/>
          <a:lstStyle/>
          <a:p>
            <a:r>
              <a:rPr lang="en-US" dirty="0">
                <a:solidFill>
                  <a:schemeClr val="accent5"/>
                </a:solidFill>
                <a:latin typeface="Orbitron SemiBold" panose="020B0604020202020204" charset="0"/>
              </a:rPr>
              <a:t>To understand the technique, we first need to understand how namespaces work.</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Linux namespaces are a kernel-level feature that allow processes to see isolated views of system resources, each namespace has a type such as PID, mount points, network interfaces, IPC objects and so on.</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This isolation is the foundation of modern containers like Docker, Kubernetes and system-</a:t>
            </a:r>
            <a:r>
              <a:rPr lang="en-US" dirty="0" err="1">
                <a:solidFill>
                  <a:schemeClr val="accent5"/>
                </a:solidFill>
                <a:latin typeface="Orbitron SemiBold" panose="020B0604020202020204" charset="0"/>
              </a:rPr>
              <a:t>nspawn</a:t>
            </a:r>
            <a:r>
              <a:rPr lang="en-US" dirty="0">
                <a:solidFill>
                  <a:schemeClr val="accent5"/>
                </a:solidFill>
                <a:latin typeface="Orbitron SemiBold" panose="020B0604020202020204" charset="0"/>
              </a:rPr>
              <a:t>, as well as sandboxed </a:t>
            </a:r>
            <a:r>
              <a:rPr lang="en-US" dirty="0" err="1">
                <a:solidFill>
                  <a:schemeClr val="accent5"/>
                </a:solidFill>
                <a:latin typeface="Orbitron SemiBold" panose="020B0604020202020204" charset="0"/>
              </a:rPr>
              <a:t>envs</a:t>
            </a:r>
            <a:r>
              <a:rPr lang="en-US" dirty="0">
                <a:solidFill>
                  <a:schemeClr val="accent5"/>
                </a:solidFill>
                <a:latin typeface="Orbitron SemiBold" panose="020B0604020202020204" charset="0"/>
              </a:rPr>
              <a:t>.</a:t>
            </a:r>
          </a:p>
        </p:txBody>
      </p:sp>
    </p:spTree>
    <p:extLst>
      <p:ext uri="{BB962C8B-B14F-4D97-AF65-F5344CB8AC3E}">
        <p14:creationId xmlns:p14="http://schemas.microsoft.com/office/powerpoint/2010/main" val="241602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97CBFCDF-C082-3CE4-C357-B0479B7653B4}"/>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A8C5B63D-7C9F-3547-0675-778FDA6060D2}"/>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Understanding Linux namespaces .2</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F9F7BF2F-5E77-F5C3-E7CF-3E9674E502D9}"/>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822BF96A-46EA-72F5-1DAE-E2CF89E6B19D}"/>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278F8301-978D-B2BF-AD43-9B9E3A89F976}"/>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FBD8085F-9AA6-42F6-A888-E1A7D1310B87}"/>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0EE392C2-A768-44CB-BD86-C2E8E8366A9B}"/>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91CBEB76-FC64-68ED-CE0E-AD7DFD656118}"/>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F1EDE72C-DB16-D29E-699D-355460ED6726}"/>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62AAC062-7DCC-DDB5-1C49-FE32B0272F46}"/>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71497FD5-5504-588C-DF11-598E8A6A4CDD}"/>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A1AAD51A-7EE7-7359-EBE0-2CAF8656F59A}"/>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D7837AE1-03A7-82D2-077E-C3F82913DED9}"/>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F20B2AD8-7174-FFC7-54CA-5CCBED6809B5}"/>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2E190412-727F-55E8-C08B-22002FDEAA1B}"/>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208B8D21-45F7-0D5B-32B2-755861A1C6D3}"/>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BC157B66-011A-A594-7AB1-C7CE392177E8}"/>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E79797E5-5BC0-36AB-BFAD-0C14B9BC285F}"/>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18A46F13-FDA6-1361-1F0C-C97F05CA23C1}"/>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4EDA1C49-C29D-7609-7EB0-DAB51EA5D090}"/>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AEDF85B4-D86C-5A10-7683-C2E66ED3C3CE}"/>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D1C6CFC8-828B-D0CF-2255-96E0E049BBB2}"/>
              </a:ext>
            </a:extLst>
          </p:cNvPr>
          <p:cNvSpPr>
            <a:spLocks noGrp="1"/>
          </p:cNvSpPr>
          <p:nvPr>
            <p:ph type="body" idx="1"/>
          </p:nvPr>
        </p:nvSpPr>
        <p:spPr>
          <a:xfrm>
            <a:off x="515888" y="1903374"/>
            <a:ext cx="10687926" cy="4299284"/>
          </a:xfrm>
        </p:spPr>
        <p:txBody>
          <a:bodyPr/>
          <a:lstStyle/>
          <a:p>
            <a:r>
              <a:rPr lang="en-US" dirty="0">
                <a:solidFill>
                  <a:schemeClr val="accent5"/>
                </a:solidFill>
                <a:latin typeface="Orbitron SemiBold" panose="020B0604020202020204" charset="0"/>
              </a:rPr>
              <a:t>Pid = process ids</a:t>
            </a:r>
          </a:p>
          <a:p>
            <a:r>
              <a:rPr lang="en-US" dirty="0">
                <a:solidFill>
                  <a:schemeClr val="accent5"/>
                </a:solidFill>
                <a:latin typeface="Orbitron SemiBold" panose="020B0604020202020204" charset="0"/>
              </a:rPr>
              <a:t>Net = network interfaces</a:t>
            </a:r>
          </a:p>
          <a:p>
            <a:r>
              <a:rPr lang="en-US" dirty="0" err="1">
                <a:solidFill>
                  <a:schemeClr val="accent5"/>
                </a:solidFill>
                <a:latin typeface="Orbitron SemiBold" panose="020B0604020202020204" charset="0"/>
              </a:rPr>
              <a:t>Mnt</a:t>
            </a:r>
            <a:r>
              <a:rPr lang="en-US" dirty="0">
                <a:solidFill>
                  <a:schemeClr val="accent5"/>
                </a:solidFill>
                <a:latin typeface="Orbitron SemiBold" panose="020B0604020202020204" charset="0"/>
              </a:rPr>
              <a:t> = mount points and fs</a:t>
            </a:r>
          </a:p>
          <a:p>
            <a:r>
              <a:rPr lang="en-US" dirty="0" err="1">
                <a:solidFill>
                  <a:schemeClr val="accent5"/>
                </a:solidFill>
                <a:latin typeface="Orbitron SemiBold" panose="020B0604020202020204" charset="0"/>
              </a:rPr>
              <a:t>Uts</a:t>
            </a:r>
            <a:r>
              <a:rPr lang="en-US" dirty="0">
                <a:solidFill>
                  <a:schemeClr val="accent5"/>
                </a:solidFill>
                <a:latin typeface="Orbitron SemiBold" panose="020B0604020202020204" charset="0"/>
              </a:rPr>
              <a:t> = hostname/domain name</a:t>
            </a:r>
          </a:p>
          <a:p>
            <a:r>
              <a:rPr lang="en-US" dirty="0" err="1">
                <a:solidFill>
                  <a:schemeClr val="accent5"/>
                </a:solidFill>
                <a:latin typeface="Orbitron SemiBold" panose="020B0604020202020204" charset="0"/>
              </a:rPr>
              <a:t>Ipc</a:t>
            </a:r>
            <a:r>
              <a:rPr lang="en-US" dirty="0">
                <a:solidFill>
                  <a:schemeClr val="accent5"/>
                </a:solidFill>
                <a:latin typeface="Orbitron SemiBold" panose="020B0604020202020204" charset="0"/>
              </a:rPr>
              <a:t> = inter-process comms</a:t>
            </a:r>
          </a:p>
          <a:p>
            <a:r>
              <a:rPr lang="en-US" dirty="0">
                <a:solidFill>
                  <a:schemeClr val="accent5"/>
                </a:solidFill>
                <a:latin typeface="Orbitron SemiBold" panose="020B0604020202020204" charset="0"/>
              </a:rPr>
              <a:t>User = UID/GID maps</a:t>
            </a:r>
          </a:p>
          <a:p>
            <a:r>
              <a:rPr lang="en-US" dirty="0">
                <a:solidFill>
                  <a:schemeClr val="accent5"/>
                </a:solidFill>
                <a:latin typeface="Orbitron SemiBold" panose="020B0604020202020204" charset="0"/>
              </a:rPr>
              <a:t>CGROUPS = </a:t>
            </a:r>
            <a:r>
              <a:rPr lang="en-US" dirty="0" err="1">
                <a:solidFill>
                  <a:schemeClr val="accent5"/>
                </a:solidFill>
                <a:latin typeface="Orbitron SemiBold" panose="020B0604020202020204" charset="0"/>
              </a:rPr>
              <a:t>Cgroup</a:t>
            </a:r>
            <a:r>
              <a:rPr lang="en-US" dirty="0">
                <a:solidFill>
                  <a:schemeClr val="accent5"/>
                </a:solidFill>
                <a:latin typeface="Orbitron SemiBold" panose="020B0604020202020204" charset="0"/>
              </a:rPr>
              <a:t> hierarchies</a:t>
            </a:r>
          </a:p>
        </p:txBody>
      </p:sp>
      <p:pic>
        <p:nvPicPr>
          <p:cNvPr id="5" name="Picture 4">
            <a:extLst>
              <a:ext uri="{FF2B5EF4-FFF2-40B4-BE49-F238E27FC236}">
                <a16:creationId xmlns:a16="http://schemas.microsoft.com/office/drawing/2014/main" id="{FF456C7F-284E-5FF0-9262-ECA26C88D55A}"/>
              </a:ext>
            </a:extLst>
          </p:cNvPr>
          <p:cNvPicPr>
            <a:picLocks noChangeAspect="1"/>
          </p:cNvPicPr>
          <p:nvPr/>
        </p:nvPicPr>
        <p:blipFill>
          <a:blip r:embed="rId13"/>
          <a:stretch>
            <a:fillRect/>
          </a:stretch>
        </p:blipFill>
        <p:spPr>
          <a:xfrm>
            <a:off x="6008185" y="2031193"/>
            <a:ext cx="5848415" cy="3882452"/>
          </a:xfrm>
          <a:prstGeom prst="rect">
            <a:avLst/>
          </a:prstGeom>
        </p:spPr>
      </p:pic>
    </p:spTree>
    <p:extLst>
      <p:ext uri="{BB962C8B-B14F-4D97-AF65-F5344CB8AC3E}">
        <p14:creationId xmlns:p14="http://schemas.microsoft.com/office/powerpoint/2010/main" val="2906013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7D228BF6-E226-0BC7-2B51-3136FC31A48C}"/>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D0BD8395-253E-987E-0792-41BAAFBE7C5A}"/>
              </a:ext>
            </a:extLst>
          </p:cNvPr>
          <p:cNvSpPr txBox="1"/>
          <p:nvPr/>
        </p:nvSpPr>
        <p:spPr>
          <a:xfrm>
            <a:off x="167148" y="2576265"/>
            <a:ext cx="11395263" cy="947952"/>
          </a:xfrm>
          <a:prstGeom prst="rect">
            <a:avLst/>
          </a:prstGeom>
          <a:noFill/>
          <a:ln>
            <a:noFill/>
          </a:ln>
        </p:spPr>
        <p:txBody>
          <a:bodyPr spcFirstLastPara="1" wrap="square" lIns="0" tIns="0" rIns="0" bIns="0" anchor="t" anchorCtr="0">
            <a:spAutoFit/>
          </a:bodyPr>
          <a:lstStyle/>
          <a:p>
            <a:pPr>
              <a:lnSpc>
                <a:spcPct val="140017"/>
              </a:lnSpc>
            </a:pPr>
            <a:r>
              <a:rPr lang="en-US" sz="4400" b="1" dirty="0">
                <a:solidFill>
                  <a:srgbClr val="00DB96"/>
                </a:solidFill>
                <a:latin typeface="Orbitron SemiBold"/>
                <a:sym typeface="Orbitron SemiBold"/>
              </a:rPr>
              <a:t>~# </a:t>
            </a:r>
            <a:r>
              <a:rPr lang="en-US" sz="4400" b="1" dirty="0" err="1">
                <a:solidFill>
                  <a:srgbClr val="00DB96"/>
                </a:solidFill>
                <a:latin typeface="Orbitron SemiBold"/>
                <a:sym typeface="Orbitron SemiBold"/>
              </a:rPr>
              <a:t>Unshare’ing</a:t>
            </a:r>
            <a:r>
              <a:rPr lang="en-US" sz="4400" b="1" dirty="0">
                <a:solidFill>
                  <a:srgbClr val="00DB96"/>
                </a:solidFill>
                <a:latin typeface="Orbitron SemiBold"/>
                <a:sym typeface="Orbitron SemiBold"/>
              </a:rPr>
              <a:t> to persist</a:t>
            </a:r>
            <a:endParaRPr sz="44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C3EEE59F-892B-3D50-5F09-56D3A41E513A}"/>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C3DE06E0-DBD0-AE72-D8A7-52141408A52C}"/>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F908B560-244A-16EE-A7D3-F71A6A83D56D}"/>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E68219C1-6D47-B58F-53F9-F99B3C4A1642}"/>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EFDEFC2A-EAC9-E30A-D87A-F9DA11DD87AC}"/>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404E2B28-ED58-77E0-DC33-4C2E2295A6F9}"/>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664ECFE8-9356-6837-65E7-5422EDD2C254}"/>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AC4493B8-DF14-11A8-A1F5-196FDD797919}"/>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643366CC-3324-0571-12DF-174DD9F23AD6}"/>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8979A3C5-7675-5708-1F0F-98022B44D3C9}"/>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3147976D-81A4-C5AB-5A13-D7433FB951A0}"/>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C7A139F6-252D-AC1C-733C-40728D46C206}"/>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E4E2A3AE-C5B2-36C6-5CCA-F88AB7DB09AC}"/>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0D808F30-38D2-70D9-B905-CC737CA87C7C}"/>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D9E63219-C21A-AF30-B116-4886DF1BFF08}"/>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18E7098C-DFF5-5481-32D9-8C48C81BE44F}"/>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70F8C350-87F7-A92F-E2F4-BF5DD8BE54C3}"/>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E6C1F87F-617C-300D-A31E-505DCD5D6D65}"/>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8878541E-7B9A-1721-B2D9-6098922694FD}"/>
              </a:ext>
            </a:extLst>
          </p:cNvPr>
          <p:cNvSpPr>
            <a:spLocks noGrp="1"/>
          </p:cNvSpPr>
          <p:nvPr>
            <p:ph type="title"/>
          </p:nvPr>
        </p:nvSpPr>
        <p:spPr>
          <a:xfrm flipH="1" flipV="1">
            <a:off x="9448800" y="4475746"/>
            <a:ext cx="344127" cy="256675"/>
          </a:xfrm>
        </p:spPr>
        <p:txBody>
          <a:bodyPr/>
          <a:lstStyle/>
          <a:p>
            <a:endParaRPr lang="en-US" dirty="0"/>
          </a:p>
        </p:txBody>
      </p:sp>
      <p:sp>
        <p:nvSpPr>
          <p:cNvPr id="3" name="Text Placeholder 2">
            <a:extLst>
              <a:ext uri="{FF2B5EF4-FFF2-40B4-BE49-F238E27FC236}">
                <a16:creationId xmlns:a16="http://schemas.microsoft.com/office/drawing/2014/main" id="{9C14C19C-A482-D30B-CC6D-5E65B7405259}"/>
              </a:ext>
            </a:extLst>
          </p:cNvPr>
          <p:cNvSpPr>
            <a:spLocks noGrp="1"/>
          </p:cNvSpPr>
          <p:nvPr>
            <p:ph type="body" idx="1"/>
          </p:nvPr>
        </p:nvSpPr>
        <p:spPr>
          <a:xfrm>
            <a:off x="10117394" y="4955457"/>
            <a:ext cx="45719" cy="217031"/>
          </a:xfrm>
        </p:spPr>
        <p:txBody>
          <a:bodyPr/>
          <a:lstStyle/>
          <a:p>
            <a:pPr marL="101600" indent="0">
              <a:buNone/>
            </a:pPr>
            <a:endParaRPr lang="en-US" dirty="0">
              <a:solidFill>
                <a:schemeClr val="accent5"/>
              </a:solidFill>
              <a:latin typeface="Orbitron SemiBold" panose="020B0604020202020204" charset="0"/>
            </a:endParaRPr>
          </a:p>
        </p:txBody>
      </p:sp>
    </p:spTree>
    <p:extLst>
      <p:ext uri="{BB962C8B-B14F-4D97-AF65-F5344CB8AC3E}">
        <p14:creationId xmlns:p14="http://schemas.microsoft.com/office/powerpoint/2010/main" val="3522928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0B8D9B1E-30FB-07AC-364B-B6F6004C2991}"/>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FBFDE68B-EBF9-0E5F-2504-AF847F3B3635}"/>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a:t>
            </a:r>
            <a:r>
              <a:rPr lang="en-US" sz="2800" b="1" dirty="0" err="1">
                <a:solidFill>
                  <a:srgbClr val="00DB96"/>
                </a:solidFill>
                <a:latin typeface="Orbitron SemiBold"/>
                <a:sym typeface="Orbitron SemiBold"/>
              </a:rPr>
              <a:t>Unshare’ing</a:t>
            </a:r>
            <a:r>
              <a:rPr lang="en-US" sz="2800" b="1" dirty="0">
                <a:solidFill>
                  <a:srgbClr val="00DB96"/>
                </a:solidFill>
                <a:latin typeface="Orbitron SemiBold"/>
                <a:sym typeface="Orbitron SemiBold"/>
              </a:rPr>
              <a:t> to persist</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D20607F7-ECDC-BF68-5106-1EF6852C928E}"/>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12FC204A-27DF-327A-4057-6B6568A531F2}"/>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819CE1FC-0D5D-9F76-A206-77B95D52826C}"/>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D2E1F7A6-76E6-3FAA-6BA3-84D3CF47C2CE}"/>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FA2F5B7F-686B-2163-FB1D-4D88108FA58D}"/>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0A925F39-12AF-FB84-615E-9F02AB7F2589}"/>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DE85963A-3619-46F5-0EDC-DBB1399212CE}"/>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1077D6AE-AE63-51D1-CED3-60E1AEDEB4E5}"/>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C682C724-AE6A-DC53-0BEF-C0E09E7FD083}"/>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A7ED7CDD-9B7C-938A-FB25-EDEBD9948708}"/>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A5D68362-CC49-5090-3E29-DECD518B1C2D}"/>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E24B5096-1D55-7903-A50E-27B7515CA341}"/>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C58E13E-4AE8-FB90-D135-040CC639E856}"/>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7CB74659-359A-3CFF-10D1-52B166FBE0D2}"/>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5EF33C76-D674-E416-3F63-E4348D97E882}"/>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54959F8B-3138-37C9-0CCB-FD558206745C}"/>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A61547EE-077A-407D-0D98-3809D9C213EC}"/>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B1EA083E-C126-522D-06DC-8634AD5BAC4B}"/>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CA7DD65D-F66A-2B30-7D31-1299565FD869}"/>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D7CDA9C5-5FDF-C86A-3797-E3575B1499B7}"/>
              </a:ext>
            </a:extLst>
          </p:cNvPr>
          <p:cNvSpPr>
            <a:spLocks noGrp="1"/>
          </p:cNvSpPr>
          <p:nvPr>
            <p:ph type="body" idx="1"/>
          </p:nvPr>
        </p:nvSpPr>
        <p:spPr>
          <a:xfrm>
            <a:off x="515888" y="1903374"/>
            <a:ext cx="10687926" cy="4299284"/>
          </a:xfrm>
        </p:spPr>
        <p:txBody>
          <a:bodyPr/>
          <a:lstStyle/>
          <a:p>
            <a:r>
              <a:rPr lang="en-US" dirty="0">
                <a:solidFill>
                  <a:schemeClr val="accent5"/>
                </a:solidFill>
                <a:latin typeface="Orbitron SemiBold" panose="020B0604020202020204" charset="0"/>
              </a:rPr>
              <a:t>The core idea is to maintain a hidden presence on a Linux system without leaving obvious traces. Instead of creating services, modifying startup or even rebooting the host, we leverage existing </a:t>
            </a:r>
            <a:r>
              <a:rPr lang="en-US" dirty="0" err="1">
                <a:solidFill>
                  <a:schemeClr val="accent5"/>
                </a:solidFill>
                <a:latin typeface="Orbitron SemiBold" panose="020B0604020202020204" charset="0"/>
              </a:rPr>
              <a:t>linux</a:t>
            </a:r>
            <a:r>
              <a:rPr lang="en-US" dirty="0">
                <a:solidFill>
                  <a:schemeClr val="accent5"/>
                </a:solidFill>
                <a:latin typeface="Orbitron SemiBold" panose="020B0604020202020204" charset="0"/>
              </a:rPr>
              <a:t> namespaces to operate in an isolated environments.</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The code first scans for accessible namespaces to join in “/proc*/ns/*”</a:t>
            </a:r>
          </a:p>
        </p:txBody>
      </p:sp>
      <p:sp>
        <p:nvSpPr>
          <p:cNvPr id="5" name="TextBox 4">
            <a:extLst>
              <a:ext uri="{FF2B5EF4-FFF2-40B4-BE49-F238E27FC236}">
                <a16:creationId xmlns:a16="http://schemas.microsoft.com/office/drawing/2014/main" id="{137FFBB4-E6E9-4C57-FBE9-B331C485EF7E}"/>
              </a:ext>
            </a:extLst>
          </p:cNvPr>
          <p:cNvSpPr txBox="1"/>
          <p:nvPr/>
        </p:nvSpPr>
        <p:spPr>
          <a:xfrm>
            <a:off x="3152274" y="601142"/>
            <a:ext cx="6304546" cy="307777"/>
          </a:xfrm>
          <a:prstGeom prst="rect">
            <a:avLst/>
          </a:prstGeom>
          <a:noFill/>
        </p:spPr>
        <p:txBody>
          <a:bodyPr wrap="square">
            <a:spAutoFit/>
          </a:bodyPr>
          <a:lstStyle/>
          <a:p>
            <a:r>
              <a:rPr lang="en-US" dirty="0"/>
              <a:t>"]]}</a:t>
            </a:r>
          </a:p>
        </p:txBody>
      </p:sp>
      <p:pic>
        <p:nvPicPr>
          <p:cNvPr id="7" name="Picture 6">
            <a:extLst>
              <a:ext uri="{FF2B5EF4-FFF2-40B4-BE49-F238E27FC236}">
                <a16:creationId xmlns:a16="http://schemas.microsoft.com/office/drawing/2014/main" id="{7F9A7F3C-55F5-FB91-0869-DB1F0D00ECA8}"/>
              </a:ext>
            </a:extLst>
          </p:cNvPr>
          <p:cNvPicPr>
            <a:picLocks noChangeAspect="1"/>
          </p:cNvPicPr>
          <p:nvPr/>
        </p:nvPicPr>
        <p:blipFill>
          <a:blip r:embed="rId13"/>
          <a:stretch>
            <a:fillRect/>
          </a:stretch>
        </p:blipFill>
        <p:spPr>
          <a:xfrm>
            <a:off x="3606799" y="4674951"/>
            <a:ext cx="8249801" cy="1333686"/>
          </a:xfrm>
          <a:prstGeom prst="rect">
            <a:avLst/>
          </a:prstGeom>
        </p:spPr>
      </p:pic>
    </p:spTree>
    <p:extLst>
      <p:ext uri="{BB962C8B-B14F-4D97-AF65-F5344CB8AC3E}">
        <p14:creationId xmlns:p14="http://schemas.microsoft.com/office/powerpoint/2010/main" val="2919607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0A76AD57-E500-263A-7174-A405E12170C9}"/>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EF50846B-70DB-341C-B761-1529B4C9D873}"/>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a:t>
            </a:r>
            <a:r>
              <a:rPr lang="en-US" sz="2800" b="1" dirty="0" err="1">
                <a:solidFill>
                  <a:srgbClr val="00DB96"/>
                </a:solidFill>
                <a:latin typeface="Orbitron SemiBold"/>
                <a:sym typeface="Orbitron SemiBold"/>
              </a:rPr>
              <a:t>Unshare’ing</a:t>
            </a:r>
            <a:r>
              <a:rPr lang="en-US" sz="2800" b="1" dirty="0">
                <a:solidFill>
                  <a:srgbClr val="00DB96"/>
                </a:solidFill>
                <a:latin typeface="Orbitron SemiBold"/>
                <a:sym typeface="Orbitron SemiBold"/>
              </a:rPr>
              <a:t> to persist .2</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E1A1BD9F-CF1F-B5F7-5E64-A4C6C0D1B469}"/>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8A0D848C-C603-79D8-A586-35E1A4010AA8}"/>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D1FE5A83-E494-B4CE-B969-07D542EDCB79}"/>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5D41CA18-2A27-AFD8-8C2C-D234AE4C9B3C}"/>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A512B7F2-5EFB-8171-24EF-E731F1778FF9}"/>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A46FF71B-304C-F6CC-2128-787FFA02BF9A}"/>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EA4D6CF4-FCFD-1503-0E31-D3AEAF8788DB}"/>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30EE6D44-4836-BE47-D2E0-5878816A8D23}"/>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51B7D90A-BA91-23FE-E0D6-076D4DBEC9A5}"/>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BD05D14E-A5E8-A1A8-C86B-24CAF9918BD0}"/>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42D86A45-AA35-51FE-3351-407EB7B281EA}"/>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4FECE873-1C85-EA97-C1E0-54D25F2379EE}"/>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ECECE7A-D3C3-0189-F184-25F71CCB8D1D}"/>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9FCA707C-7E15-A2FE-C7A7-6359DCE58767}"/>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B1B91715-D2B9-9F93-1D5C-105F00F6CB9E}"/>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E8D8BF35-497F-69BA-374F-FB1F856DA638}"/>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65395690-FBFD-BD9C-0D54-6831FEE6D9F6}"/>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8B0803F1-C072-6D1A-F8C3-18CBC3B2D401}"/>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3D629497-8274-8B39-8911-21021D41A8D0}"/>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0EAA4CCF-9045-2AA1-E657-425910A8E252}"/>
              </a:ext>
            </a:extLst>
          </p:cNvPr>
          <p:cNvSpPr>
            <a:spLocks noGrp="1"/>
          </p:cNvSpPr>
          <p:nvPr>
            <p:ph type="body" idx="1"/>
          </p:nvPr>
        </p:nvSpPr>
        <p:spPr>
          <a:xfrm>
            <a:off x="515888" y="1903374"/>
            <a:ext cx="10687926" cy="4299284"/>
          </a:xfrm>
        </p:spPr>
        <p:txBody>
          <a:bodyPr/>
          <a:lstStyle/>
          <a:p>
            <a:r>
              <a:rPr lang="en-US" dirty="0">
                <a:solidFill>
                  <a:schemeClr val="accent5"/>
                </a:solidFill>
                <a:latin typeface="Orbitron SemiBold" panose="020B0604020202020204" charset="0"/>
              </a:rPr>
              <a:t>And by joining these namespaces the process can “piggyback” on existing workloads and run silently alongside normal system activity, effectively hiding in plain sight.</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Once inside a namespace, the program creates its own user namespace and maps itself as root, gaining full control of the process, mount points and network interfaces within that namespace, the it detaches itself and </a:t>
            </a:r>
            <a:r>
              <a:rPr lang="en-US" dirty="0" err="1">
                <a:solidFill>
                  <a:schemeClr val="accent5"/>
                </a:solidFill>
                <a:latin typeface="Orbitron SemiBold" panose="020B0604020202020204" charset="0"/>
              </a:rPr>
              <a:t>daemonizes</a:t>
            </a:r>
            <a:r>
              <a:rPr lang="en-US" dirty="0">
                <a:solidFill>
                  <a:schemeClr val="accent5"/>
                </a:solidFill>
                <a:latin typeface="Orbitron SemiBold" panose="020B0604020202020204" charset="0"/>
              </a:rPr>
              <a:t> itself.</a:t>
            </a:r>
          </a:p>
        </p:txBody>
      </p:sp>
      <p:sp>
        <p:nvSpPr>
          <p:cNvPr id="5" name="TextBox 4">
            <a:extLst>
              <a:ext uri="{FF2B5EF4-FFF2-40B4-BE49-F238E27FC236}">
                <a16:creationId xmlns:a16="http://schemas.microsoft.com/office/drawing/2014/main" id="{912F2D09-036A-222D-1571-8CEC13FD0F85}"/>
              </a:ext>
            </a:extLst>
          </p:cNvPr>
          <p:cNvSpPr txBox="1"/>
          <p:nvPr/>
        </p:nvSpPr>
        <p:spPr>
          <a:xfrm>
            <a:off x="3152274" y="601142"/>
            <a:ext cx="6304546" cy="307777"/>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353929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5278E130-07DE-DE0C-DF28-FCBECD638E23}"/>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2C18DC0F-5586-B056-8BC3-319EA08D5B11}"/>
              </a:ext>
            </a:extLst>
          </p:cNvPr>
          <p:cNvSpPr txBox="1"/>
          <p:nvPr/>
        </p:nvSpPr>
        <p:spPr>
          <a:xfrm>
            <a:off x="398368" y="2488981"/>
            <a:ext cx="11395263" cy="947952"/>
          </a:xfrm>
          <a:prstGeom prst="rect">
            <a:avLst/>
          </a:prstGeom>
          <a:noFill/>
          <a:ln>
            <a:noFill/>
          </a:ln>
        </p:spPr>
        <p:txBody>
          <a:bodyPr spcFirstLastPara="1" wrap="square" lIns="0" tIns="0" rIns="0" bIns="0" anchor="t" anchorCtr="0">
            <a:spAutoFit/>
          </a:bodyPr>
          <a:lstStyle/>
          <a:p>
            <a:pPr>
              <a:lnSpc>
                <a:spcPct val="140017"/>
              </a:lnSpc>
            </a:pPr>
            <a:r>
              <a:rPr lang="en-US" sz="4400" b="1" dirty="0">
                <a:solidFill>
                  <a:srgbClr val="00DB96"/>
                </a:solidFill>
                <a:latin typeface="Orbitron SemiBold"/>
                <a:sym typeface="Orbitron SemiBold"/>
              </a:rPr>
              <a:t>~# Live demo</a:t>
            </a:r>
            <a:endParaRPr sz="44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8DE24FFF-7B71-B2C6-1D1B-BCF351EA7CAF}"/>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2B43E4FB-B26E-236A-2D16-98B6E407D277}"/>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636B4172-02B7-2A1B-172F-8E1F1D8FC014}"/>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D35E36D9-0877-2F6B-7FD4-AB1D4CF52ACF}"/>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9B4DACC7-365E-1B48-4009-B57578024BE1}"/>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4CE410D5-579D-1990-F42F-CDAF6312E577}"/>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F5C4444B-EC62-793A-BA49-C4965588D7D1}"/>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6D9578A6-BE70-A4D4-0136-AEF1302C7288}"/>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0AF66AAE-5DB7-AF57-F6BE-031AB8F2216E}"/>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577985CB-6740-649E-F820-0837493A6860}"/>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77ED22F4-FDEF-5EB3-4157-F44063E10FDC}"/>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11A635D0-FC37-E486-0338-3C7F1DFFFB1F}"/>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F17A151-7622-6B50-AABF-6BEA9893261B}"/>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1E4D1A73-DAE5-B7D9-ACC5-B9980B21D6FE}"/>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F4311658-CA6D-DBBB-2EA6-3C73987F0DA7}"/>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FCFBBA0B-8F37-526F-B2D3-6B6951DE53E8}"/>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A56ADC4D-4701-8555-6094-AD2719DDBC7A}"/>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E8843F0C-D548-9F28-22BE-04B792BC61F1}"/>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5203491D-5AAD-047C-D785-4A7105743444}"/>
              </a:ext>
            </a:extLst>
          </p:cNvPr>
          <p:cNvSpPr>
            <a:spLocks noGrp="1"/>
          </p:cNvSpPr>
          <p:nvPr>
            <p:ph type="title"/>
          </p:nvPr>
        </p:nvSpPr>
        <p:spPr>
          <a:xfrm flipH="1" flipV="1">
            <a:off x="9448800" y="4475746"/>
            <a:ext cx="344127" cy="256675"/>
          </a:xfrm>
        </p:spPr>
        <p:txBody>
          <a:bodyPr/>
          <a:lstStyle/>
          <a:p>
            <a:endParaRPr lang="en-US" dirty="0"/>
          </a:p>
        </p:txBody>
      </p:sp>
      <p:sp>
        <p:nvSpPr>
          <p:cNvPr id="3" name="Text Placeholder 2">
            <a:extLst>
              <a:ext uri="{FF2B5EF4-FFF2-40B4-BE49-F238E27FC236}">
                <a16:creationId xmlns:a16="http://schemas.microsoft.com/office/drawing/2014/main" id="{699E8F29-C275-B3C7-A081-2614ADB398A7}"/>
              </a:ext>
            </a:extLst>
          </p:cNvPr>
          <p:cNvSpPr>
            <a:spLocks noGrp="1"/>
          </p:cNvSpPr>
          <p:nvPr>
            <p:ph type="body" idx="1"/>
          </p:nvPr>
        </p:nvSpPr>
        <p:spPr>
          <a:xfrm flipH="1" flipV="1">
            <a:off x="10073520" y="203749"/>
            <a:ext cx="1396960" cy="2639938"/>
          </a:xfrm>
        </p:spPr>
        <p:txBody>
          <a:bodyPr/>
          <a:lstStyle/>
          <a:p>
            <a:pPr marL="101600" indent="0">
              <a:buNone/>
            </a:pPr>
            <a:endParaRPr lang="en-US" dirty="0">
              <a:solidFill>
                <a:schemeClr val="accent5"/>
              </a:solidFill>
              <a:latin typeface="Orbitron SemiBold" panose="020B0604020202020204" charset="0"/>
            </a:endParaRPr>
          </a:p>
          <a:p>
            <a:pPr marL="101600" indent="0">
              <a:buNone/>
            </a:pPr>
            <a:endParaRPr lang="en-US" dirty="0">
              <a:solidFill>
                <a:schemeClr val="accent5"/>
              </a:solidFill>
              <a:latin typeface="Orbitron SemiBold" panose="020B0604020202020204" charset="0"/>
            </a:endParaRPr>
          </a:p>
        </p:txBody>
      </p:sp>
      <p:pic>
        <p:nvPicPr>
          <p:cNvPr id="7" name="Picture 6">
            <a:extLst>
              <a:ext uri="{FF2B5EF4-FFF2-40B4-BE49-F238E27FC236}">
                <a16:creationId xmlns:a16="http://schemas.microsoft.com/office/drawing/2014/main" id="{DC41C60B-3E2D-A9D2-ECA4-31225006B563}"/>
              </a:ext>
            </a:extLst>
          </p:cNvPr>
          <p:cNvPicPr>
            <a:picLocks noChangeAspect="1"/>
          </p:cNvPicPr>
          <p:nvPr/>
        </p:nvPicPr>
        <p:blipFill>
          <a:blip r:embed="rId13"/>
          <a:stretch>
            <a:fillRect/>
          </a:stretch>
        </p:blipFill>
        <p:spPr>
          <a:xfrm>
            <a:off x="7079810" y="1034878"/>
            <a:ext cx="4199592" cy="5727528"/>
          </a:xfrm>
          <a:prstGeom prst="rect">
            <a:avLst/>
          </a:prstGeom>
        </p:spPr>
      </p:pic>
    </p:spTree>
    <p:extLst>
      <p:ext uri="{BB962C8B-B14F-4D97-AF65-F5344CB8AC3E}">
        <p14:creationId xmlns:p14="http://schemas.microsoft.com/office/powerpoint/2010/main" val="297827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E11517A5-0897-DFF2-39A9-F74B7FB5D036}"/>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8CC87219-5E8A-1386-2A19-EFADA4C0DEE1}"/>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Defending against this</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993396EC-8C64-6CF2-9088-619E792F398C}"/>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B30B0F85-12AA-EDD6-DA64-CD9A6C0B6F42}"/>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0C711C10-7C86-55D9-5F21-3CDF8AE2AD06}"/>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4F466771-543C-2652-2E89-66145451B5BE}"/>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9779CFE9-2B8D-9379-F345-C52848BECE22}"/>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5F66F191-CFAE-3072-625A-FD8CF2BB69E7}"/>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E7668240-75B7-9C4E-A01C-8C4EBFBA2C45}"/>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E46DE067-4CE2-C9F0-E235-F587D08846C1}"/>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D04ADD4F-70F3-71B7-BBAB-33A0E0F4BA5C}"/>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52918CC5-92C2-DA42-05E3-9A0BB6A554B5}"/>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7112CDAF-7B1F-1EC8-FB1B-EEF5413C2AC5}"/>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2A980426-D080-CA7E-FB06-39B62771F224}"/>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9FD85D29-2E1A-4527-7935-A4E455229440}"/>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96DB1C3E-BD8E-BB9D-DE50-A1A334342E30}"/>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C7ED4622-DFD2-24C0-9582-F07F6699C60C}"/>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23BAB278-4888-15B6-A571-ECFB593D6283}"/>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647DF631-C5EC-CFCA-D343-331ECB27C2D6}"/>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F51E7F43-CF64-0740-D80A-B7A619F2D702}"/>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4ECAAF3E-BD56-853E-31F9-A7658A729564}"/>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7A85EC89-6F9B-78BC-A4B6-9034A2BDC10B}"/>
              </a:ext>
            </a:extLst>
          </p:cNvPr>
          <p:cNvSpPr>
            <a:spLocks noGrp="1"/>
          </p:cNvSpPr>
          <p:nvPr>
            <p:ph type="body" idx="1"/>
          </p:nvPr>
        </p:nvSpPr>
        <p:spPr>
          <a:xfrm>
            <a:off x="515888" y="1903374"/>
            <a:ext cx="10687926" cy="4299284"/>
          </a:xfrm>
        </p:spPr>
        <p:txBody>
          <a:bodyPr/>
          <a:lstStyle/>
          <a:p>
            <a:r>
              <a:rPr lang="en-US" dirty="0">
                <a:solidFill>
                  <a:schemeClr val="accent5"/>
                </a:solidFill>
                <a:latin typeface="Orbitron SemiBold" panose="020B0604020202020204" charset="0"/>
              </a:rPr>
              <a:t>Defending against a fully weaponized version of this technique is difficult but not impossible.</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To defend against this technique, sysadmins can enforce strict namespace isolation and access controls, limit which users can join or create namespaces and monitor /proc/ for unusual activities.</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And also. </a:t>
            </a:r>
            <a:r>
              <a:rPr lang="en-US" dirty="0" err="1">
                <a:solidFill>
                  <a:schemeClr val="accent5"/>
                </a:solidFill>
                <a:latin typeface="Orbitron SemiBold" panose="020B0604020202020204" charset="0"/>
              </a:rPr>
              <a:t>sysctl</a:t>
            </a:r>
            <a:r>
              <a:rPr lang="en-US" dirty="0">
                <a:solidFill>
                  <a:schemeClr val="accent5"/>
                </a:solidFill>
                <a:latin typeface="Orbitron SemiBold" panose="020B0604020202020204" charset="0"/>
              </a:rPr>
              <a:t> –w </a:t>
            </a:r>
            <a:r>
              <a:rPr lang="en-US" dirty="0" err="1">
                <a:solidFill>
                  <a:schemeClr val="accent5"/>
                </a:solidFill>
                <a:latin typeface="Orbitron SemiBold" panose="020B0604020202020204" charset="0"/>
              </a:rPr>
              <a:t>kernel.unprivileged_userns_clone</a:t>
            </a:r>
            <a:r>
              <a:rPr lang="en-US" dirty="0">
                <a:solidFill>
                  <a:schemeClr val="accent5"/>
                </a:solidFill>
                <a:latin typeface="Orbitron SemiBold" panose="020B0604020202020204" charset="0"/>
              </a:rPr>
              <a:t>=0</a:t>
            </a:r>
          </a:p>
          <a:p>
            <a:r>
              <a:rPr lang="en-US" dirty="0">
                <a:solidFill>
                  <a:schemeClr val="accent5"/>
                </a:solidFill>
                <a:latin typeface="Orbitron SemiBold" panose="020B0604020202020204" charset="0"/>
              </a:rPr>
              <a:t>Which is used to control whether </a:t>
            </a:r>
            <a:r>
              <a:rPr lang="en-US" dirty="0" err="1">
                <a:solidFill>
                  <a:schemeClr val="accent5"/>
                </a:solidFill>
                <a:latin typeface="Orbitron SemiBold" panose="020B0604020202020204" charset="0"/>
              </a:rPr>
              <a:t>unprivilieged</a:t>
            </a:r>
            <a:r>
              <a:rPr lang="en-US" dirty="0">
                <a:solidFill>
                  <a:schemeClr val="accent5"/>
                </a:solidFill>
                <a:latin typeface="Orbitron SemiBold" panose="020B0604020202020204" charset="0"/>
              </a:rPr>
              <a:t> users can create new user namespaces or not.</a:t>
            </a:r>
          </a:p>
        </p:txBody>
      </p:sp>
      <p:sp>
        <p:nvSpPr>
          <p:cNvPr id="5" name="TextBox 4">
            <a:extLst>
              <a:ext uri="{FF2B5EF4-FFF2-40B4-BE49-F238E27FC236}">
                <a16:creationId xmlns:a16="http://schemas.microsoft.com/office/drawing/2014/main" id="{156B7CDB-7D9C-E546-FDFE-649787DBE4F3}"/>
              </a:ext>
            </a:extLst>
          </p:cNvPr>
          <p:cNvSpPr txBox="1"/>
          <p:nvPr/>
        </p:nvSpPr>
        <p:spPr>
          <a:xfrm>
            <a:off x="3152274" y="601142"/>
            <a:ext cx="6304546" cy="307777"/>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1497314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CC848798-9D23-5B7B-1ECC-6FFBAF06ADF5}"/>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AEBB0D07-E127-2B6B-A9AB-F4B0410096E5}"/>
              </a:ext>
            </a:extLst>
          </p:cNvPr>
          <p:cNvSpPr txBox="1"/>
          <p:nvPr/>
        </p:nvSpPr>
        <p:spPr>
          <a:xfrm>
            <a:off x="167148" y="2576265"/>
            <a:ext cx="11395263" cy="947952"/>
          </a:xfrm>
          <a:prstGeom prst="rect">
            <a:avLst/>
          </a:prstGeom>
          <a:noFill/>
          <a:ln>
            <a:noFill/>
          </a:ln>
        </p:spPr>
        <p:txBody>
          <a:bodyPr spcFirstLastPara="1" wrap="square" lIns="0" tIns="0" rIns="0" bIns="0" anchor="t" anchorCtr="0">
            <a:spAutoFit/>
          </a:bodyPr>
          <a:lstStyle/>
          <a:p>
            <a:pPr>
              <a:lnSpc>
                <a:spcPct val="140017"/>
              </a:lnSpc>
            </a:pPr>
            <a:r>
              <a:rPr lang="en-US" sz="4400" b="1" dirty="0">
                <a:solidFill>
                  <a:srgbClr val="00DB96"/>
                </a:solidFill>
                <a:latin typeface="Orbitron SemiBold"/>
                <a:sym typeface="Orbitron SemiBold"/>
              </a:rPr>
              <a:t>~# Finishing up</a:t>
            </a:r>
            <a:endParaRPr sz="44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06479F33-904E-2AC2-9521-AE9663F72CC1}"/>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2271CFF9-3329-971D-B493-5E6B586EFCBE}"/>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D934530E-3229-9253-BB59-CC82C7F9E2CB}"/>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8FFB436F-4588-1FA8-7771-ACFE38117C64}"/>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16CC475E-1C2E-1D39-2DC7-11F0474118E3}"/>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374FBB7D-3C8D-C2CA-1475-481D580B676E}"/>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3602EF86-784F-3CD9-7ED3-57C9E268DC8B}"/>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7EE53064-3B86-EB73-30F6-C48F95505E27}"/>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DAAF768E-69B9-7D8D-427F-A596F3AD30AF}"/>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241DA029-03F9-40E0-432E-D37B656BD447}"/>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E1F64E7E-523C-E50C-8B45-3880007D5974}"/>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8FBFDB05-8CBD-E0D2-8D68-AA2F63AEAA7F}"/>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6AA6169E-4792-C5BD-C7DD-255F07D25975}"/>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A1430AE9-935B-5349-0411-920D93A5ADEC}"/>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3A8BC247-D664-9FF8-744F-D8F24F4BDEFE}"/>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C117EBEA-F426-BACE-0BCA-B60055AEBF13}"/>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07CDF6BB-D6B6-85DA-0026-9E9C00B04B48}"/>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69275AA1-3DDA-D9B5-CDAF-DE700DE01298}"/>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B8C7FD96-86D8-A02A-4987-EFD11F9F91CA}"/>
              </a:ext>
            </a:extLst>
          </p:cNvPr>
          <p:cNvSpPr>
            <a:spLocks noGrp="1"/>
          </p:cNvSpPr>
          <p:nvPr>
            <p:ph type="title"/>
          </p:nvPr>
        </p:nvSpPr>
        <p:spPr>
          <a:xfrm flipH="1" flipV="1">
            <a:off x="9448800" y="4475746"/>
            <a:ext cx="344127" cy="256675"/>
          </a:xfrm>
        </p:spPr>
        <p:txBody>
          <a:bodyPr/>
          <a:lstStyle/>
          <a:p>
            <a:endParaRPr lang="en-US" dirty="0"/>
          </a:p>
        </p:txBody>
      </p:sp>
      <p:sp>
        <p:nvSpPr>
          <p:cNvPr id="3" name="Text Placeholder 2">
            <a:extLst>
              <a:ext uri="{FF2B5EF4-FFF2-40B4-BE49-F238E27FC236}">
                <a16:creationId xmlns:a16="http://schemas.microsoft.com/office/drawing/2014/main" id="{433423E3-23AC-45C8-9353-0AC39A2B9797}"/>
              </a:ext>
            </a:extLst>
          </p:cNvPr>
          <p:cNvSpPr>
            <a:spLocks noGrp="1"/>
          </p:cNvSpPr>
          <p:nvPr>
            <p:ph type="body" idx="1"/>
          </p:nvPr>
        </p:nvSpPr>
        <p:spPr>
          <a:xfrm>
            <a:off x="10117394" y="4955457"/>
            <a:ext cx="45719" cy="217031"/>
          </a:xfrm>
        </p:spPr>
        <p:txBody>
          <a:bodyPr/>
          <a:lstStyle/>
          <a:p>
            <a:pPr marL="101600" indent="0">
              <a:buNone/>
            </a:pPr>
            <a:endParaRPr lang="en-US" dirty="0">
              <a:solidFill>
                <a:schemeClr val="accent5"/>
              </a:solidFill>
              <a:latin typeface="Orbitron SemiBold" panose="020B0604020202020204" charset="0"/>
            </a:endParaRPr>
          </a:p>
        </p:txBody>
      </p:sp>
    </p:spTree>
    <p:extLst>
      <p:ext uri="{BB962C8B-B14F-4D97-AF65-F5344CB8AC3E}">
        <p14:creationId xmlns:p14="http://schemas.microsoft.com/office/powerpoint/2010/main" val="108817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7E12ACE7-9D1E-34A9-D7A4-7BE8B05743C4}"/>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1690C3EF-C3E7-CD22-1ECA-18A9B7AE72FF}"/>
              </a:ext>
            </a:extLst>
          </p:cNvPr>
          <p:cNvSpPr txBox="1"/>
          <p:nvPr/>
        </p:nvSpPr>
        <p:spPr>
          <a:xfrm>
            <a:off x="461337" y="1300132"/>
            <a:ext cx="11395263" cy="603242"/>
          </a:xfrm>
          <a:prstGeom prst="rect">
            <a:avLst/>
          </a:prstGeom>
          <a:noFill/>
          <a:ln>
            <a:noFill/>
          </a:ln>
        </p:spPr>
        <p:txBody>
          <a:bodyPr spcFirstLastPara="1" wrap="square" lIns="0" tIns="0" rIns="0" bIns="0" anchor="t" anchorCtr="0">
            <a:spAutoFit/>
          </a:bodyPr>
          <a:lstStyle/>
          <a:p>
            <a:pPr>
              <a:lnSpc>
                <a:spcPct val="140017"/>
              </a:lnSpc>
            </a:pPr>
            <a:r>
              <a:rPr lang="en-US" sz="2800" b="1" dirty="0">
                <a:solidFill>
                  <a:srgbClr val="00DB96"/>
                </a:solidFill>
                <a:latin typeface="Orbitron SemiBold"/>
                <a:sym typeface="Orbitron SemiBold"/>
              </a:rPr>
              <a:t>~# Finishing up</a:t>
            </a:r>
            <a:endParaRPr sz="30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0500CEC1-3347-815E-14D6-5CE5E4E52F2F}"/>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A3E1E970-BF67-8846-A8B9-4D587274FB0F}"/>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D2FA13C1-B08B-0E08-C864-60726924535C}"/>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80CB60AD-383E-501B-4296-F1C13907FC08}"/>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6EE85593-09B3-B00C-0E44-0743B9C63542}"/>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72115D33-342F-4AE1-D8C7-BE7193EF24B5}"/>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9047BBC9-E2DC-28E7-F2FF-CABDD0D8AD60}"/>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9EF0ABF1-80BB-EE95-6912-26764FBD3C3A}"/>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985D949E-6C6E-EA56-6F0B-88E6812FF91B}"/>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116FC90A-4088-6E1F-E59D-E47D81952004}"/>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A19AFC33-3C00-1E4D-1383-190918C28197}"/>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CDE34416-55C1-9407-9D32-6317EEFBDDC3}"/>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CB3E73C5-02F1-B311-A2CB-68FEF4A5BC1A}"/>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B5ADF21C-7349-D298-CCAB-FDD8CEBA6E04}"/>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744F8C67-2509-A40D-C1B9-C626B2EADEB2}"/>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C9AAC2AB-14FD-0AB2-B21B-FBB1248AECB4}"/>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D222C312-8630-97A3-CE89-1C0781015ABD}"/>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583A49B7-3C74-9834-BDDE-3017C47DA0B9}"/>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5E081FC5-EA1E-D75A-BBF7-0B2645A33458}"/>
              </a:ext>
            </a:extLst>
          </p:cNvPr>
          <p:cNvSpPr>
            <a:spLocks noGrp="1"/>
          </p:cNvSpPr>
          <p:nvPr>
            <p:ph type="title"/>
          </p:nvPr>
        </p:nvSpPr>
        <p:spPr>
          <a:xfrm flipH="1" flipV="1">
            <a:off x="9684773" y="2137331"/>
            <a:ext cx="108155" cy="45719"/>
          </a:xfrm>
        </p:spPr>
        <p:txBody>
          <a:bodyPr/>
          <a:lstStyle/>
          <a:p>
            <a:endParaRPr lang="en-US" dirty="0"/>
          </a:p>
        </p:txBody>
      </p:sp>
      <p:sp>
        <p:nvSpPr>
          <p:cNvPr id="3" name="Text Placeholder 2">
            <a:extLst>
              <a:ext uri="{FF2B5EF4-FFF2-40B4-BE49-F238E27FC236}">
                <a16:creationId xmlns:a16="http://schemas.microsoft.com/office/drawing/2014/main" id="{2C939182-66BD-E55A-D63A-24CD8CE79284}"/>
              </a:ext>
            </a:extLst>
          </p:cNvPr>
          <p:cNvSpPr>
            <a:spLocks noGrp="1"/>
          </p:cNvSpPr>
          <p:nvPr>
            <p:ph type="body" idx="1"/>
          </p:nvPr>
        </p:nvSpPr>
        <p:spPr>
          <a:xfrm>
            <a:off x="515888" y="1903374"/>
            <a:ext cx="10687926" cy="4299284"/>
          </a:xfrm>
        </p:spPr>
        <p:txBody>
          <a:bodyPr/>
          <a:lstStyle/>
          <a:p>
            <a:r>
              <a:rPr lang="en-US" dirty="0">
                <a:solidFill>
                  <a:schemeClr val="accent5"/>
                </a:solidFill>
                <a:latin typeface="Orbitron SemiBold" panose="020B0604020202020204" charset="0"/>
              </a:rPr>
              <a:t>Linux namespaces provide powerful primitives for isolation and stealth.</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This approach avoids traditional noisy persistence </a:t>
            </a:r>
            <a:r>
              <a:rPr lang="en-US" dirty="0" err="1">
                <a:solidFill>
                  <a:schemeClr val="accent5"/>
                </a:solidFill>
                <a:latin typeface="Orbitron SemiBold" panose="020B0604020202020204" charset="0"/>
              </a:rPr>
              <a:t>mechabisms</a:t>
            </a:r>
            <a:r>
              <a:rPr lang="en-US" dirty="0">
                <a:solidFill>
                  <a:schemeClr val="accent5"/>
                </a:solidFill>
                <a:latin typeface="Orbitron SemiBold" panose="020B0604020202020204" charset="0"/>
              </a:rPr>
              <a:t> like system and </a:t>
            </a:r>
            <a:r>
              <a:rPr lang="en-US" dirty="0" err="1">
                <a:solidFill>
                  <a:schemeClr val="accent5"/>
                </a:solidFill>
                <a:latin typeface="Orbitron SemiBold" panose="020B0604020202020204" charset="0"/>
              </a:rPr>
              <a:t>cron</a:t>
            </a:r>
            <a:r>
              <a:rPr lang="en-US" dirty="0">
                <a:solidFill>
                  <a:schemeClr val="accent5"/>
                </a:solidFill>
                <a:latin typeface="Orbitron SemiBold" panose="020B0604020202020204" charset="0"/>
              </a:rPr>
              <a:t> jobs, making it extremely difficult to detect and mitigate.</a:t>
            </a:r>
          </a:p>
          <a:p>
            <a:endParaRPr lang="en-US" dirty="0">
              <a:solidFill>
                <a:schemeClr val="accent5"/>
              </a:solidFill>
              <a:latin typeface="Orbitron SemiBold" panose="020B0604020202020204" charset="0"/>
            </a:endParaRPr>
          </a:p>
          <a:p>
            <a:r>
              <a:rPr lang="en-US" dirty="0">
                <a:solidFill>
                  <a:schemeClr val="accent5"/>
                </a:solidFill>
                <a:latin typeface="Orbitron SemiBold" panose="020B0604020202020204" charset="0"/>
              </a:rPr>
              <a:t>Namespaces are not just for containers-they can be leveraged for advanced persistence and stealth on modern </a:t>
            </a:r>
            <a:r>
              <a:rPr lang="en-US" dirty="0" err="1">
                <a:solidFill>
                  <a:schemeClr val="accent5"/>
                </a:solidFill>
                <a:latin typeface="Orbitron SemiBold" panose="020B0604020202020204" charset="0"/>
              </a:rPr>
              <a:t>linux</a:t>
            </a:r>
            <a:r>
              <a:rPr lang="en-US" dirty="0">
                <a:solidFill>
                  <a:schemeClr val="accent5"/>
                </a:solidFill>
                <a:latin typeface="Orbitron SemiBold" panose="020B0604020202020204" charset="0"/>
              </a:rPr>
              <a:t> systems. Defenders must be aware of the risks, and monitor namespace usage and enforce strict rules.</a:t>
            </a:r>
          </a:p>
          <a:p>
            <a:endParaRPr lang="en-US" dirty="0">
              <a:solidFill>
                <a:schemeClr val="accent5"/>
              </a:solidFill>
              <a:latin typeface="Orbitron SemiBold" panose="020B0604020202020204" charset="0"/>
            </a:endParaRPr>
          </a:p>
          <a:p>
            <a:endParaRPr lang="en-US" dirty="0">
              <a:solidFill>
                <a:schemeClr val="accent5"/>
              </a:solidFill>
              <a:latin typeface="Orbitron SemiBold" panose="020B0604020202020204" charset="0"/>
            </a:endParaRPr>
          </a:p>
        </p:txBody>
      </p:sp>
      <p:sp>
        <p:nvSpPr>
          <p:cNvPr id="5" name="TextBox 4">
            <a:extLst>
              <a:ext uri="{FF2B5EF4-FFF2-40B4-BE49-F238E27FC236}">
                <a16:creationId xmlns:a16="http://schemas.microsoft.com/office/drawing/2014/main" id="{1C28B3F8-1AAD-582A-8111-1C5BAE425B29}"/>
              </a:ext>
            </a:extLst>
          </p:cNvPr>
          <p:cNvSpPr txBox="1"/>
          <p:nvPr/>
        </p:nvSpPr>
        <p:spPr>
          <a:xfrm>
            <a:off x="3152274" y="601142"/>
            <a:ext cx="6304546" cy="307777"/>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2970773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9">
          <a:extLst>
            <a:ext uri="{FF2B5EF4-FFF2-40B4-BE49-F238E27FC236}">
              <a16:creationId xmlns:a16="http://schemas.microsoft.com/office/drawing/2014/main" id="{7DB67A44-20B0-91E0-2AEF-B99B802553C3}"/>
            </a:ext>
          </a:extLst>
        </p:cNvPr>
        <p:cNvGrpSpPr/>
        <p:nvPr/>
      </p:nvGrpSpPr>
      <p:grpSpPr>
        <a:xfrm>
          <a:off x="0" y="0"/>
          <a:ext cx="0" cy="0"/>
          <a:chOff x="0" y="0"/>
          <a:chExt cx="0" cy="0"/>
        </a:xfrm>
      </p:grpSpPr>
      <p:sp>
        <p:nvSpPr>
          <p:cNvPr id="651" name="Google Shape;651;p2">
            <a:extLst>
              <a:ext uri="{FF2B5EF4-FFF2-40B4-BE49-F238E27FC236}">
                <a16:creationId xmlns:a16="http://schemas.microsoft.com/office/drawing/2014/main" id="{E04E4CDD-4296-A185-C786-1FCB2C51B2C9}"/>
              </a:ext>
            </a:extLst>
          </p:cNvPr>
          <p:cNvSpPr txBox="1"/>
          <p:nvPr/>
        </p:nvSpPr>
        <p:spPr>
          <a:xfrm>
            <a:off x="167148" y="2576265"/>
            <a:ext cx="11395263" cy="947952"/>
          </a:xfrm>
          <a:prstGeom prst="rect">
            <a:avLst/>
          </a:prstGeom>
          <a:noFill/>
          <a:ln>
            <a:noFill/>
          </a:ln>
        </p:spPr>
        <p:txBody>
          <a:bodyPr spcFirstLastPara="1" wrap="square" lIns="0" tIns="0" rIns="0" bIns="0" anchor="t" anchorCtr="0">
            <a:spAutoFit/>
          </a:bodyPr>
          <a:lstStyle/>
          <a:p>
            <a:pPr>
              <a:lnSpc>
                <a:spcPct val="140017"/>
              </a:lnSpc>
            </a:pPr>
            <a:r>
              <a:rPr lang="en-US" sz="4400" b="1" dirty="0">
                <a:solidFill>
                  <a:srgbClr val="00DB96"/>
                </a:solidFill>
                <a:latin typeface="Orbitron SemiBold"/>
                <a:sym typeface="Orbitron SemiBold"/>
              </a:rPr>
              <a:t>~# Thank you for listening!</a:t>
            </a:r>
            <a:endParaRPr sz="4400" b="1" dirty="0">
              <a:solidFill>
                <a:srgbClr val="FFFFFF"/>
              </a:solidFill>
              <a:latin typeface="Orbitron SemiBold" panose="020B0604020202020204" charset="0"/>
              <a:ea typeface="Inter Medium"/>
              <a:cs typeface="Inter Medium"/>
              <a:sym typeface="Inter Medium"/>
            </a:endParaRPr>
          </a:p>
        </p:txBody>
      </p:sp>
      <p:grpSp>
        <p:nvGrpSpPr>
          <p:cNvPr id="655" name="Google Shape;655;p2">
            <a:extLst>
              <a:ext uri="{FF2B5EF4-FFF2-40B4-BE49-F238E27FC236}">
                <a16:creationId xmlns:a16="http://schemas.microsoft.com/office/drawing/2014/main" id="{7F2D1BFB-5F61-1583-181B-1F8414FE361B}"/>
              </a:ext>
            </a:extLst>
          </p:cNvPr>
          <p:cNvGrpSpPr/>
          <p:nvPr/>
        </p:nvGrpSpPr>
        <p:grpSpPr>
          <a:xfrm>
            <a:off x="461337" y="212296"/>
            <a:ext cx="2043499" cy="715697"/>
            <a:chOff x="60886" y="1050828"/>
            <a:chExt cx="2195195" cy="768825"/>
          </a:xfrm>
        </p:grpSpPr>
        <p:sp>
          <p:nvSpPr>
            <p:cNvPr id="656" name="Google Shape;656;p2">
              <a:extLst>
                <a:ext uri="{FF2B5EF4-FFF2-40B4-BE49-F238E27FC236}">
                  <a16:creationId xmlns:a16="http://schemas.microsoft.com/office/drawing/2014/main" id="{DA7274E6-B696-576E-B855-ADAEFFF05CB8}"/>
                </a:ext>
              </a:extLst>
            </p:cNvPr>
            <p:cNvSpPr/>
            <p:nvPr/>
          </p:nvSpPr>
          <p:spPr>
            <a:xfrm>
              <a:off x="60886" y="1050828"/>
              <a:ext cx="1330960" cy="630555"/>
            </a:xfrm>
            <a:custGeom>
              <a:avLst/>
              <a:gdLst/>
              <a:ahLst/>
              <a:cxnLst/>
              <a:rect l="l" t="t" r="r" b="b"/>
              <a:pathLst>
                <a:path w="1330960" h="630555" extrusionOk="0">
                  <a:moveTo>
                    <a:pt x="291947" y="520230"/>
                  </a:moveTo>
                  <a:lnTo>
                    <a:pt x="282841" y="473481"/>
                  </a:lnTo>
                  <a:lnTo>
                    <a:pt x="282321" y="470789"/>
                  </a:lnTo>
                  <a:lnTo>
                    <a:pt x="258787" y="439610"/>
                  </a:lnTo>
                  <a:lnTo>
                    <a:pt x="256552" y="436651"/>
                  </a:lnTo>
                  <a:lnTo>
                    <a:pt x="219367" y="416877"/>
                  </a:lnTo>
                  <a:lnTo>
                    <a:pt x="195757" y="413448"/>
                  </a:lnTo>
                  <a:lnTo>
                    <a:pt x="195757" y="520230"/>
                  </a:lnTo>
                  <a:lnTo>
                    <a:pt x="193255" y="538683"/>
                  </a:lnTo>
                  <a:lnTo>
                    <a:pt x="184327" y="553504"/>
                  </a:lnTo>
                  <a:lnTo>
                    <a:pt x="168427" y="563384"/>
                  </a:lnTo>
                  <a:lnTo>
                    <a:pt x="144957" y="566966"/>
                  </a:lnTo>
                  <a:lnTo>
                    <a:pt x="121767" y="563854"/>
                  </a:lnTo>
                  <a:lnTo>
                    <a:pt x="105752" y="554774"/>
                  </a:lnTo>
                  <a:lnTo>
                    <a:pt x="96469" y="540105"/>
                  </a:lnTo>
                  <a:lnTo>
                    <a:pt x="93472" y="520230"/>
                  </a:lnTo>
                  <a:lnTo>
                    <a:pt x="96469" y="500341"/>
                  </a:lnTo>
                  <a:lnTo>
                    <a:pt x="105752" y="485673"/>
                  </a:lnTo>
                  <a:lnTo>
                    <a:pt x="121767" y="476592"/>
                  </a:lnTo>
                  <a:lnTo>
                    <a:pt x="144957" y="473481"/>
                  </a:lnTo>
                  <a:lnTo>
                    <a:pt x="167182" y="477075"/>
                  </a:lnTo>
                  <a:lnTo>
                    <a:pt x="183057" y="486943"/>
                  </a:lnTo>
                  <a:lnTo>
                    <a:pt x="192582" y="501777"/>
                  </a:lnTo>
                  <a:lnTo>
                    <a:pt x="195757" y="520230"/>
                  </a:lnTo>
                  <a:lnTo>
                    <a:pt x="195757" y="413448"/>
                  </a:lnTo>
                  <a:lnTo>
                    <a:pt x="175437" y="410489"/>
                  </a:lnTo>
                  <a:lnTo>
                    <a:pt x="149021" y="412280"/>
                  </a:lnTo>
                  <a:lnTo>
                    <a:pt x="126669" y="417690"/>
                  </a:lnTo>
                  <a:lnTo>
                    <a:pt x="108381" y="426783"/>
                  </a:lnTo>
                  <a:lnTo>
                    <a:pt x="94157" y="439610"/>
                  </a:lnTo>
                  <a:lnTo>
                    <a:pt x="93472" y="439610"/>
                  </a:lnTo>
                  <a:lnTo>
                    <a:pt x="93472" y="344106"/>
                  </a:lnTo>
                  <a:lnTo>
                    <a:pt x="0" y="344106"/>
                  </a:lnTo>
                  <a:lnTo>
                    <a:pt x="0" y="621830"/>
                  </a:lnTo>
                  <a:lnTo>
                    <a:pt x="90766" y="621830"/>
                  </a:lnTo>
                  <a:lnTo>
                    <a:pt x="90766" y="600151"/>
                  </a:lnTo>
                  <a:lnTo>
                    <a:pt x="91440" y="600151"/>
                  </a:lnTo>
                  <a:lnTo>
                    <a:pt x="105905" y="613105"/>
                  </a:lnTo>
                  <a:lnTo>
                    <a:pt x="124307" y="622427"/>
                  </a:lnTo>
                  <a:lnTo>
                    <a:pt x="147269" y="628078"/>
                  </a:lnTo>
                  <a:lnTo>
                    <a:pt x="175437" y="629970"/>
                  </a:lnTo>
                  <a:lnTo>
                    <a:pt x="219367" y="623582"/>
                  </a:lnTo>
                  <a:lnTo>
                    <a:pt x="256552" y="603796"/>
                  </a:lnTo>
                  <a:lnTo>
                    <a:pt x="259308" y="600151"/>
                  </a:lnTo>
                  <a:lnTo>
                    <a:pt x="282321" y="569671"/>
                  </a:lnTo>
                  <a:lnTo>
                    <a:pt x="282841" y="566966"/>
                  </a:lnTo>
                  <a:lnTo>
                    <a:pt x="291947" y="520230"/>
                  </a:lnTo>
                  <a:close/>
                </a:path>
                <a:path w="1330960" h="630555" extrusionOk="0">
                  <a:moveTo>
                    <a:pt x="398983" y="344106"/>
                  </a:moveTo>
                  <a:lnTo>
                    <a:pt x="305498" y="344106"/>
                  </a:lnTo>
                  <a:lnTo>
                    <a:pt x="305498" y="621830"/>
                  </a:lnTo>
                  <a:lnTo>
                    <a:pt x="398983" y="621830"/>
                  </a:lnTo>
                  <a:lnTo>
                    <a:pt x="398983" y="344106"/>
                  </a:lnTo>
                  <a:close/>
                </a:path>
                <a:path w="1330960" h="630555" extrusionOk="0">
                  <a:moveTo>
                    <a:pt x="719378" y="621830"/>
                  </a:moveTo>
                  <a:lnTo>
                    <a:pt x="710577" y="589991"/>
                  </a:lnTo>
                  <a:lnTo>
                    <a:pt x="710577" y="580517"/>
                  </a:lnTo>
                  <a:lnTo>
                    <a:pt x="710577" y="528358"/>
                  </a:lnTo>
                  <a:lnTo>
                    <a:pt x="710526" y="490181"/>
                  </a:lnTo>
                  <a:lnTo>
                    <a:pt x="703808" y="455193"/>
                  </a:lnTo>
                  <a:lnTo>
                    <a:pt x="703160" y="451789"/>
                  </a:lnTo>
                  <a:lnTo>
                    <a:pt x="679665" y="426237"/>
                  </a:lnTo>
                  <a:lnTo>
                    <a:pt x="638263" y="412127"/>
                  </a:lnTo>
                  <a:lnTo>
                    <a:pt x="617766" y="410679"/>
                  </a:lnTo>
                  <a:lnTo>
                    <a:pt x="617766" y="528358"/>
                  </a:lnTo>
                  <a:lnTo>
                    <a:pt x="617093" y="537159"/>
                  </a:lnTo>
                  <a:lnTo>
                    <a:pt x="611200" y="558787"/>
                  </a:lnTo>
                  <a:lnTo>
                    <a:pt x="595845" y="572046"/>
                  </a:lnTo>
                  <a:lnTo>
                    <a:pt x="574509" y="578700"/>
                  </a:lnTo>
                  <a:lnTo>
                    <a:pt x="550710" y="580517"/>
                  </a:lnTo>
                  <a:lnTo>
                    <a:pt x="535597" y="578916"/>
                  </a:lnTo>
                  <a:lnTo>
                    <a:pt x="524802" y="574332"/>
                  </a:lnTo>
                  <a:lnTo>
                    <a:pt x="518325" y="567080"/>
                  </a:lnTo>
                  <a:lnTo>
                    <a:pt x="516166" y="557479"/>
                  </a:lnTo>
                  <a:lnTo>
                    <a:pt x="517715" y="549059"/>
                  </a:lnTo>
                  <a:lnTo>
                    <a:pt x="522427" y="543001"/>
                  </a:lnTo>
                  <a:lnTo>
                    <a:pt x="530453" y="539102"/>
                  </a:lnTo>
                  <a:lnTo>
                    <a:pt x="541896" y="537159"/>
                  </a:lnTo>
                  <a:lnTo>
                    <a:pt x="565467" y="535127"/>
                  </a:lnTo>
                  <a:lnTo>
                    <a:pt x="586193" y="533019"/>
                  </a:lnTo>
                  <a:lnTo>
                    <a:pt x="603732" y="530783"/>
                  </a:lnTo>
                  <a:lnTo>
                    <a:pt x="617766" y="528358"/>
                  </a:lnTo>
                  <a:lnTo>
                    <a:pt x="617766" y="410679"/>
                  </a:lnTo>
                  <a:lnTo>
                    <a:pt x="577126" y="407784"/>
                  </a:lnTo>
                  <a:lnTo>
                    <a:pt x="542886" y="408584"/>
                  </a:lnTo>
                  <a:lnTo>
                    <a:pt x="490156" y="415505"/>
                  </a:lnTo>
                  <a:lnTo>
                    <a:pt x="444106" y="443763"/>
                  </a:lnTo>
                  <a:lnTo>
                    <a:pt x="430136" y="478231"/>
                  </a:lnTo>
                  <a:lnTo>
                    <a:pt x="523608" y="478231"/>
                  </a:lnTo>
                  <a:lnTo>
                    <a:pt x="529971" y="466344"/>
                  </a:lnTo>
                  <a:lnTo>
                    <a:pt x="540969" y="459346"/>
                  </a:lnTo>
                  <a:lnTo>
                    <a:pt x="555142" y="456031"/>
                  </a:lnTo>
                  <a:lnTo>
                    <a:pt x="571030" y="455193"/>
                  </a:lnTo>
                  <a:lnTo>
                    <a:pt x="588949" y="456361"/>
                  </a:lnTo>
                  <a:lnTo>
                    <a:pt x="602615" y="459943"/>
                  </a:lnTo>
                  <a:lnTo>
                    <a:pt x="611327" y="466051"/>
                  </a:lnTo>
                  <a:lnTo>
                    <a:pt x="614387" y="474840"/>
                  </a:lnTo>
                  <a:lnTo>
                    <a:pt x="613143" y="482155"/>
                  </a:lnTo>
                  <a:lnTo>
                    <a:pt x="608965" y="487121"/>
                  </a:lnTo>
                  <a:lnTo>
                    <a:pt x="601243" y="490181"/>
                  </a:lnTo>
                  <a:lnTo>
                    <a:pt x="589318" y="491769"/>
                  </a:lnTo>
                  <a:lnTo>
                    <a:pt x="510070" y="495846"/>
                  </a:lnTo>
                  <a:lnTo>
                    <a:pt x="465886" y="501802"/>
                  </a:lnTo>
                  <a:lnTo>
                    <a:pt x="436067" y="515061"/>
                  </a:lnTo>
                  <a:lnTo>
                    <a:pt x="419188" y="534809"/>
                  </a:lnTo>
                  <a:lnTo>
                    <a:pt x="413880" y="560197"/>
                  </a:lnTo>
                  <a:lnTo>
                    <a:pt x="421106" y="593382"/>
                  </a:lnTo>
                  <a:lnTo>
                    <a:pt x="441744" y="614895"/>
                  </a:lnTo>
                  <a:lnTo>
                    <a:pt x="474179" y="626491"/>
                  </a:lnTo>
                  <a:lnTo>
                    <a:pt x="516839" y="629958"/>
                  </a:lnTo>
                  <a:lnTo>
                    <a:pt x="551129" y="628281"/>
                  </a:lnTo>
                  <a:lnTo>
                    <a:pt x="579247" y="623100"/>
                  </a:lnTo>
                  <a:lnTo>
                    <a:pt x="601903" y="614248"/>
                  </a:lnTo>
                  <a:lnTo>
                    <a:pt x="619798" y="601510"/>
                  </a:lnTo>
                  <a:lnTo>
                    <a:pt x="620483" y="608965"/>
                  </a:lnTo>
                  <a:lnTo>
                    <a:pt x="621004" y="614248"/>
                  </a:lnTo>
                  <a:lnTo>
                    <a:pt x="621068" y="614895"/>
                  </a:lnTo>
                  <a:lnTo>
                    <a:pt x="621157" y="615734"/>
                  </a:lnTo>
                  <a:lnTo>
                    <a:pt x="623189" y="621830"/>
                  </a:lnTo>
                  <a:lnTo>
                    <a:pt x="719378" y="621830"/>
                  </a:lnTo>
                  <a:close/>
                </a:path>
                <a:path w="1330960" h="630555" extrusionOk="0">
                  <a:moveTo>
                    <a:pt x="938174" y="232346"/>
                  </a:moveTo>
                  <a:lnTo>
                    <a:pt x="933475" y="185407"/>
                  </a:lnTo>
                  <a:lnTo>
                    <a:pt x="919975" y="141744"/>
                  </a:lnTo>
                  <a:lnTo>
                    <a:pt x="898626" y="102273"/>
                  </a:lnTo>
                  <a:lnTo>
                    <a:pt x="870356" y="67906"/>
                  </a:lnTo>
                  <a:lnTo>
                    <a:pt x="836066" y="39573"/>
                  </a:lnTo>
                  <a:lnTo>
                    <a:pt x="796721" y="18199"/>
                  </a:lnTo>
                  <a:lnTo>
                    <a:pt x="753224" y="4699"/>
                  </a:lnTo>
                  <a:lnTo>
                    <a:pt x="706513" y="0"/>
                  </a:lnTo>
                  <a:lnTo>
                    <a:pt x="659803" y="4724"/>
                  </a:lnTo>
                  <a:lnTo>
                    <a:pt x="616305" y="18300"/>
                  </a:lnTo>
                  <a:lnTo>
                    <a:pt x="576948" y="39751"/>
                  </a:lnTo>
                  <a:lnTo>
                    <a:pt x="542671" y="68160"/>
                  </a:lnTo>
                  <a:lnTo>
                    <a:pt x="514388" y="102565"/>
                  </a:lnTo>
                  <a:lnTo>
                    <a:pt x="493039" y="142024"/>
                  </a:lnTo>
                  <a:lnTo>
                    <a:pt x="479539" y="185597"/>
                  </a:lnTo>
                  <a:lnTo>
                    <a:pt x="474840" y="232346"/>
                  </a:lnTo>
                  <a:lnTo>
                    <a:pt x="478409" y="272999"/>
                  </a:lnTo>
                  <a:lnTo>
                    <a:pt x="488645" y="311251"/>
                  </a:lnTo>
                  <a:lnTo>
                    <a:pt x="504850" y="346456"/>
                  </a:lnTo>
                  <a:lnTo>
                    <a:pt x="526326" y="377977"/>
                  </a:lnTo>
                  <a:lnTo>
                    <a:pt x="549071" y="358990"/>
                  </a:lnTo>
                  <a:lnTo>
                    <a:pt x="585927" y="344957"/>
                  </a:lnTo>
                  <a:lnTo>
                    <a:pt x="620242" y="336257"/>
                  </a:lnTo>
                  <a:lnTo>
                    <a:pt x="635381" y="333273"/>
                  </a:lnTo>
                  <a:lnTo>
                    <a:pt x="632193" y="322567"/>
                  </a:lnTo>
                  <a:lnTo>
                    <a:pt x="627164" y="314223"/>
                  </a:lnTo>
                  <a:lnTo>
                    <a:pt x="622515" y="308787"/>
                  </a:lnTo>
                  <a:lnTo>
                    <a:pt x="620471" y="306857"/>
                  </a:lnTo>
                  <a:lnTo>
                    <a:pt x="617613" y="300710"/>
                  </a:lnTo>
                  <a:lnTo>
                    <a:pt x="624547" y="295757"/>
                  </a:lnTo>
                  <a:lnTo>
                    <a:pt x="634009" y="292468"/>
                  </a:lnTo>
                  <a:lnTo>
                    <a:pt x="638771" y="291274"/>
                  </a:lnTo>
                  <a:lnTo>
                    <a:pt x="630618" y="274548"/>
                  </a:lnTo>
                  <a:lnTo>
                    <a:pt x="625894" y="257568"/>
                  </a:lnTo>
                  <a:lnTo>
                    <a:pt x="623722" y="244398"/>
                  </a:lnTo>
                  <a:lnTo>
                    <a:pt x="623189" y="239115"/>
                  </a:lnTo>
                  <a:lnTo>
                    <a:pt x="564794" y="209981"/>
                  </a:lnTo>
                  <a:lnTo>
                    <a:pt x="569087" y="189496"/>
                  </a:lnTo>
                  <a:lnTo>
                    <a:pt x="598893" y="177393"/>
                  </a:lnTo>
                  <a:lnTo>
                    <a:pt x="617093" y="173418"/>
                  </a:lnTo>
                  <a:lnTo>
                    <a:pt x="626973" y="124841"/>
                  </a:lnTo>
                  <a:lnTo>
                    <a:pt x="655434" y="94056"/>
                  </a:lnTo>
                  <a:lnTo>
                    <a:pt x="724496" y="93497"/>
                  </a:lnTo>
                  <a:lnTo>
                    <a:pt x="741819" y="93649"/>
                  </a:lnTo>
                  <a:lnTo>
                    <a:pt x="756221" y="94056"/>
                  </a:lnTo>
                  <a:lnTo>
                    <a:pt x="766114" y="94843"/>
                  </a:lnTo>
                  <a:lnTo>
                    <a:pt x="775322" y="91871"/>
                  </a:lnTo>
                  <a:lnTo>
                    <a:pt x="781354" y="99072"/>
                  </a:lnTo>
                  <a:lnTo>
                    <a:pt x="786879" y="123799"/>
                  </a:lnTo>
                  <a:lnTo>
                    <a:pt x="794562" y="173418"/>
                  </a:lnTo>
                  <a:lnTo>
                    <a:pt x="867625" y="186245"/>
                  </a:lnTo>
                  <a:lnTo>
                    <a:pt x="891349" y="197370"/>
                  </a:lnTo>
                  <a:lnTo>
                    <a:pt x="865149" y="212940"/>
                  </a:lnTo>
                  <a:lnTo>
                    <a:pt x="788466" y="239115"/>
                  </a:lnTo>
                  <a:lnTo>
                    <a:pt x="787082" y="257835"/>
                  </a:lnTo>
                  <a:lnTo>
                    <a:pt x="784999" y="269506"/>
                  </a:lnTo>
                  <a:lnTo>
                    <a:pt x="780745" y="279031"/>
                  </a:lnTo>
                  <a:lnTo>
                    <a:pt x="772883" y="291274"/>
                  </a:lnTo>
                  <a:lnTo>
                    <a:pt x="791083" y="295706"/>
                  </a:lnTo>
                  <a:lnTo>
                    <a:pt x="799058" y="298805"/>
                  </a:lnTo>
                  <a:lnTo>
                    <a:pt x="798512" y="302044"/>
                  </a:lnTo>
                  <a:lnTo>
                    <a:pt x="791171" y="306857"/>
                  </a:lnTo>
                  <a:lnTo>
                    <a:pt x="783704" y="313372"/>
                  </a:lnTo>
                  <a:lnTo>
                    <a:pt x="779665" y="318287"/>
                  </a:lnTo>
                  <a:lnTo>
                    <a:pt x="777646" y="324104"/>
                  </a:lnTo>
                  <a:lnTo>
                    <a:pt x="776274" y="333273"/>
                  </a:lnTo>
                  <a:lnTo>
                    <a:pt x="831723" y="343115"/>
                  </a:lnTo>
                  <a:lnTo>
                    <a:pt x="861720" y="351053"/>
                  </a:lnTo>
                  <a:lnTo>
                    <a:pt x="876579" y="361276"/>
                  </a:lnTo>
                  <a:lnTo>
                    <a:pt x="886688" y="377977"/>
                  </a:lnTo>
                  <a:lnTo>
                    <a:pt x="908443" y="346075"/>
                  </a:lnTo>
                  <a:lnTo>
                    <a:pt x="924623" y="310743"/>
                  </a:lnTo>
                  <a:lnTo>
                    <a:pt x="934707" y="272618"/>
                  </a:lnTo>
                  <a:lnTo>
                    <a:pt x="938174" y="232346"/>
                  </a:lnTo>
                  <a:close/>
                </a:path>
                <a:path w="1330960" h="630555" extrusionOk="0">
                  <a:moveTo>
                    <a:pt x="1025550" y="497878"/>
                  </a:moveTo>
                  <a:lnTo>
                    <a:pt x="1010158" y="454825"/>
                  </a:lnTo>
                  <a:lnTo>
                    <a:pt x="979576" y="426834"/>
                  </a:lnTo>
                  <a:lnTo>
                    <a:pt x="934389" y="411670"/>
                  </a:lnTo>
                  <a:lnTo>
                    <a:pt x="875169" y="407111"/>
                  </a:lnTo>
                  <a:lnTo>
                    <a:pt x="825373" y="410527"/>
                  </a:lnTo>
                  <a:lnTo>
                    <a:pt x="783005" y="421779"/>
                  </a:lnTo>
                  <a:lnTo>
                    <a:pt x="750176" y="442366"/>
                  </a:lnTo>
                  <a:lnTo>
                    <a:pt x="728954" y="473773"/>
                  </a:lnTo>
                  <a:lnTo>
                    <a:pt x="721410" y="517512"/>
                  </a:lnTo>
                  <a:lnTo>
                    <a:pt x="729145" y="561390"/>
                  </a:lnTo>
                  <a:lnTo>
                    <a:pt x="750760" y="593140"/>
                  </a:lnTo>
                  <a:lnTo>
                    <a:pt x="783882" y="614121"/>
                  </a:lnTo>
                  <a:lnTo>
                    <a:pt x="826147" y="625716"/>
                  </a:lnTo>
                  <a:lnTo>
                    <a:pt x="875169" y="629285"/>
                  </a:lnTo>
                  <a:lnTo>
                    <a:pt x="924483" y="626465"/>
                  </a:lnTo>
                  <a:lnTo>
                    <a:pt x="970940" y="613867"/>
                  </a:lnTo>
                  <a:lnTo>
                    <a:pt x="1007110" y="585279"/>
                  </a:lnTo>
                  <a:lnTo>
                    <a:pt x="1025550" y="534454"/>
                  </a:lnTo>
                  <a:lnTo>
                    <a:pt x="927328" y="534454"/>
                  </a:lnTo>
                  <a:lnTo>
                    <a:pt x="920330" y="550887"/>
                  </a:lnTo>
                  <a:lnTo>
                    <a:pt x="908875" y="561289"/>
                  </a:lnTo>
                  <a:lnTo>
                    <a:pt x="893610" y="566737"/>
                  </a:lnTo>
                  <a:lnTo>
                    <a:pt x="875169" y="568325"/>
                  </a:lnTo>
                  <a:lnTo>
                    <a:pt x="850785" y="564654"/>
                  </a:lnTo>
                  <a:lnTo>
                    <a:pt x="833424" y="554266"/>
                  </a:lnTo>
                  <a:lnTo>
                    <a:pt x="823061" y="538022"/>
                  </a:lnTo>
                  <a:lnTo>
                    <a:pt x="819619" y="516839"/>
                  </a:lnTo>
                  <a:lnTo>
                    <a:pt x="822604" y="497471"/>
                  </a:lnTo>
                  <a:lnTo>
                    <a:pt x="832243" y="481279"/>
                  </a:lnTo>
                  <a:lnTo>
                    <a:pt x="849630" y="470166"/>
                  </a:lnTo>
                  <a:lnTo>
                    <a:pt x="875842" y="466039"/>
                  </a:lnTo>
                  <a:lnTo>
                    <a:pt x="885050" y="466420"/>
                  </a:lnTo>
                  <a:lnTo>
                    <a:pt x="922083" y="482206"/>
                  </a:lnTo>
                  <a:lnTo>
                    <a:pt x="927328" y="497878"/>
                  </a:lnTo>
                  <a:lnTo>
                    <a:pt x="1025550" y="497878"/>
                  </a:lnTo>
                  <a:close/>
                </a:path>
                <a:path w="1330960" h="630555" extrusionOk="0">
                  <a:moveTo>
                    <a:pt x="1330375" y="621157"/>
                  </a:moveTo>
                  <a:lnTo>
                    <a:pt x="1228090" y="492455"/>
                  </a:lnTo>
                  <a:lnTo>
                    <a:pt x="1321574" y="415899"/>
                  </a:lnTo>
                  <a:lnTo>
                    <a:pt x="1196936" y="415899"/>
                  </a:lnTo>
                  <a:lnTo>
                    <a:pt x="1125804" y="482295"/>
                  </a:lnTo>
                  <a:lnTo>
                    <a:pt x="1125804" y="343433"/>
                  </a:lnTo>
                  <a:lnTo>
                    <a:pt x="1032332" y="343433"/>
                  </a:lnTo>
                  <a:lnTo>
                    <a:pt x="1032332" y="621157"/>
                  </a:lnTo>
                  <a:lnTo>
                    <a:pt x="1125804" y="621157"/>
                  </a:lnTo>
                  <a:lnTo>
                    <a:pt x="1125804" y="576440"/>
                  </a:lnTo>
                  <a:lnTo>
                    <a:pt x="1154925" y="552069"/>
                  </a:lnTo>
                  <a:lnTo>
                    <a:pt x="1203706" y="621157"/>
                  </a:lnTo>
                  <a:lnTo>
                    <a:pt x="1330375" y="62115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sp>
          <p:nvSpPr>
            <p:cNvPr id="657" name="Google Shape;657;p2">
              <a:extLst>
                <a:ext uri="{FF2B5EF4-FFF2-40B4-BE49-F238E27FC236}">
                  <a16:creationId xmlns:a16="http://schemas.microsoft.com/office/drawing/2014/main" id="{C97979DA-E3A9-2E4B-DA0D-AFBB67E8C656}"/>
                </a:ext>
              </a:extLst>
            </p:cNvPr>
            <p:cNvSpPr/>
            <p:nvPr/>
          </p:nvSpPr>
          <p:spPr>
            <a:xfrm>
              <a:off x="1441376" y="1395621"/>
              <a:ext cx="814705" cy="287020"/>
            </a:xfrm>
            <a:custGeom>
              <a:avLst/>
              <a:gdLst/>
              <a:ahLst/>
              <a:cxnLst/>
              <a:rect l="l" t="t" r="r" b="b"/>
              <a:pathLst>
                <a:path w="814705" h="287019" extrusionOk="0">
                  <a:moveTo>
                    <a:pt x="266903" y="146989"/>
                  </a:moveTo>
                  <a:lnTo>
                    <a:pt x="259956" y="110388"/>
                  </a:lnTo>
                  <a:lnTo>
                    <a:pt x="240817" y="85344"/>
                  </a:lnTo>
                  <a:lnTo>
                    <a:pt x="212026" y="70980"/>
                  </a:lnTo>
                  <a:lnTo>
                    <a:pt x="176123" y="66382"/>
                  </a:lnTo>
                  <a:lnTo>
                    <a:pt x="145796" y="69443"/>
                  </a:lnTo>
                  <a:lnTo>
                    <a:pt x="121932" y="77127"/>
                  </a:lnTo>
                  <a:lnTo>
                    <a:pt x="104686" y="87236"/>
                  </a:lnTo>
                  <a:lnTo>
                    <a:pt x="94170" y="97536"/>
                  </a:lnTo>
                  <a:lnTo>
                    <a:pt x="93484" y="97536"/>
                  </a:lnTo>
                  <a:lnTo>
                    <a:pt x="93484" y="0"/>
                  </a:lnTo>
                  <a:lnTo>
                    <a:pt x="0" y="0"/>
                  </a:lnTo>
                  <a:lnTo>
                    <a:pt x="0" y="277723"/>
                  </a:lnTo>
                  <a:lnTo>
                    <a:pt x="93484" y="277723"/>
                  </a:lnTo>
                  <a:lnTo>
                    <a:pt x="93484" y="182880"/>
                  </a:lnTo>
                  <a:lnTo>
                    <a:pt x="96837" y="160972"/>
                  </a:lnTo>
                  <a:lnTo>
                    <a:pt x="106019" y="145796"/>
                  </a:lnTo>
                  <a:lnTo>
                    <a:pt x="119786" y="136969"/>
                  </a:lnTo>
                  <a:lnTo>
                    <a:pt x="136842" y="134112"/>
                  </a:lnTo>
                  <a:lnTo>
                    <a:pt x="151980" y="136309"/>
                  </a:lnTo>
                  <a:lnTo>
                    <a:pt x="163512" y="143090"/>
                  </a:lnTo>
                  <a:lnTo>
                    <a:pt x="170853" y="154686"/>
                  </a:lnTo>
                  <a:lnTo>
                    <a:pt x="173418" y="171373"/>
                  </a:lnTo>
                  <a:lnTo>
                    <a:pt x="173418" y="277723"/>
                  </a:lnTo>
                  <a:lnTo>
                    <a:pt x="266903" y="277723"/>
                  </a:lnTo>
                  <a:lnTo>
                    <a:pt x="266903" y="146989"/>
                  </a:lnTo>
                  <a:close/>
                </a:path>
                <a:path w="814705" h="287019" extrusionOk="0">
                  <a:moveTo>
                    <a:pt x="579843" y="278396"/>
                  </a:moveTo>
                  <a:lnTo>
                    <a:pt x="571042" y="246557"/>
                  </a:lnTo>
                  <a:lnTo>
                    <a:pt x="571042" y="236397"/>
                  </a:lnTo>
                  <a:lnTo>
                    <a:pt x="571042" y="184238"/>
                  </a:lnTo>
                  <a:lnTo>
                    <a:pt x="570992" y="146735"/>
                  </a:lnTo>
                  <a:lnTo>
                    <a:pt x="564273" y="111760"/>
                  </a:lnTo>
                  <a:lnTo>
                    <a:pt x="563626" y="108356"/>
                  </a:lnTo>
                  <a:lnTo>
                    <a:pt x="540131" y="82804"/>
                  </a:lnTo>
                  <a:lnTo>
                    <a:pt x="498741" y="68681"/>
                  </a:lnTo>
                  <a:lnTo>
                    <a:pt x="478243" y="67233"/>
                  </a:lnTo>
                  <a:lnTo>
                    <a:pt x="478243" y="184238"/>
                  </a:lnTo>
                  <a:lnTo>
                    <a:pt x="478243" y="193040"/>
                  </a:lnTo>
                  <a:lnTo>
                    <a:pt x="477558" y="193040"/>
                  </a:lnTo>
                  <a:lnTo>
                    <a:pt x="471665" y="214680"/>
                  </a:lnTo>
                  <a:lnTo>
                    <a:pt x="456311" y="227926"/>
                  </a:lnTo>
                  <a:lnTo>
                    <a:pt x="434975" y="234581"/>
                  </a:lnTo>
                  <a:lnTo>
                    <a:pt x="411175" y="236397"/>
                  </a:lnTo>
                  <a:lnTo>
                    <a:pt x="396062" y="234810"/>
                  </a:lnTo>
                  <a:lnTo>
                    <a:pt x="385267" y="230225"/>
                  </a:lnTo>
                  <a:lnTo>
                    <a:pt x="378790" y="222973"/>
                  </a:lnTo>
                  <a:lnTo>
                    <a:pt x="376631" y="213360"/>
                  </a:lnTo>
                  <a:lnTo>
                    <a:pt x="378180" y="204952"/>
                  </a:lnTo>
                  <a:lnTo>
                    <a:pt x="382892" y="198894"/>
                  </a:lnTo>
                  <a:lnTo>
                    <a:pt x="390918" y="194983"/>
                  </a:lnTo>
                  <a:lnTo>
                    <a:pt x="402374" y="193040"/>
                  </a:lnTo>
                  <a:lnTo>
                    <a:pt x="426034" y="191008"/>
                  </a:lnTo>
                  <a:lnTo>
                    <a:pt x="446900" y="188899"/>
                  </a:lnTo>
                  <a:lnTo>
                    <a:pt x="464477" y="186664"/>
                  </a:lnTo>
                  <a:lnTo>
                    <a:pt x="478243" y="184238"/>
                  </a:lnTo>
                  <a:lnTo>
                    <a:pt x="478243" y="67233"/>
                  </a:lnTo>
                  <a:lnTo>
                    <a:pt x="437603" y="64338"/>
                  </a:lnTo>
                  <a:lnTo>
                    <a:pt x="403364" y="65138"/>
                  </a:lnTo>
                  <a:lnTo>
                    <a:pt x="350621" y="72059"/>
                  </a:lnTo>
                  <a:lnTo>
                    <a:pt x="316026" y="88023"/>
                  </a:lnTo>
                  <a:lnTo>
                    <a:pt x="290601" y="134785"/>
                  </a:lnTo>
                  <a:lnTo>
                    <a:pt x="384073" y="134785"/>
                  </a:lnTo>
                  <a:lnTo>
                    <a:pt x="390436" y="122897"/>
                  </a:lnTo>
                  <a:lnTo>
                    <a:pt x="401434" y="115912"/>
                  </a:lnTo>
                  <a:lnTo>
                    <a:pt x="415607" y="112598"/>
                  </a:lnTo>
                  <a:lnTo>
                    <a:pt x="431495" y="111760"/>
                  </a:lnTo>
                  <a:lnTo>
                    <a:pt x="449414" y="112928"/>
                  </a:lnTo>
                  <a:lnTo>
                    <a:pt x="463080" y="116509"/>
                  </a:lnTo>
                  <a:lnTo>
                    <a:pt x="471792" y="122618"/>
                  </a:lnTo>
                  <a:lnTo>
                    <a:pt x="474853" y="131394"/>
                  </a:lnTo>
                  <a:lnTo>
                    <a:pt x="473608" y="138722"/>
                  </a:lnTo>
                  <a:lnTo>
                    <a:pt x="469430" y="143687"/>
                  </a:lnTo>
                  <a:lnTo>
                    <a:pt x="461708" y="146735"/>
                  </a:lnTo>
                  <a:lnTo>
                    <a:pt x="449783" y="148336"/>
                  </a:lnTo>
                  <a:lnTo>
                    <a:pt x="370535" y="152400"/>
                  </a:lnTo>
                  <a:lnTo>
                    <a:pt x="326351" y="158369"/>
                  </a:lnTo>
                  <a:lnTo>
                    <a:pt x="296532" y="171627"/>
                  </a:lnTo>
                  <a:lnTo>
                    <a:pt x="279654" y="191363"/>
                  </a:lnTo>
                  <a:lnTo>
                    <a:pt x="274345" y="216750"/>
                  </a:lnTo>
                  <a:lnTo>
                    <a:pt x="281571" y="249948"/>
                  </a:lnTo>
                  <a:lnTo>
                    <a:pt x="302209" y="271462"/>
                  </a:lnTo>
                  <a:lnTo>
                    <a:pt x="334645" y="283057"/>
                  </a:lnTo>
                  <a:lnTo>
                    <a:pt x="377304" y="286524"/>
                  </a:lnTo>
                  <a:lnTo>
                    <a:pt x="411594" y="284848"/>
                  </a:lnTo>
                  <a:lnTo>
                    <a:pt x="439712" y="279666"/>
                  </a:lnTo>
                  <a:lnTo>
                    <a:pt x="462368" y="270814"/>
                  </a:lnTo>
                  <a:lnTo>
                    <a:pt x="480263" y="258076"/>
                  </a:lnTo>
                  <a:lnTo>
                    <a:pt x="480949" y="265518"/>
                  </a:lnTo>
                  <a:lnTo>
                    <a:pt x="481469" y="270814"/>
                  </a:lnTo>
                  <a:lnTo>
                    <a:pt x="481545" y="271462"/>
                  </a:lnTo>
                  <a:lnTo>
                    <a:pt x="481622" y="272288"/>
                  </a:lnTo>
                  <a:lnTo>
                    <a:pt x="483654" y="278396"/>
                  </a:lnTo>
                  <a:lnTo>
                    <a:pt x="579843" y="278396"/>
                  </a:lnTo>
                  <a:close/>
                </a:path>
                <a:path w="814705" h="287019" extrusionOk="0">
                  <a:moveTo>
                    <a:pt x="768159" y="222846"/>
                  </a:moveTo>
                  <a:lnTo>
                    <a:pt x="759358" y="223520"/>
                  </a:lnTo>
                  <a:lnTo>
                    <a:pt x="743089" y="223520"/>
                  </a:lnTo>
                  <a:lnTo>
                    <a:pt x="730072" y="223113"/>
                  </a:lnTo>
                  <a:lnTo>
                    <a:pt x="721245" y="220726"/>
                  </a:lnTo>
                  <a:lnTo>
                    <a:pt x="716229" y="214668"/>
                  </a:lnTo>
                  <a:lnTo>
                    <a:pt x="714641" y="203200"/>
                  </a:lnTo>
                  <a:lnTo>
                    <a:pt x="714641" y="130733"/>
                  </a:lnTo>
                  <a:lnTo>
                    <a:pt x="765441" y="130733"/>
                  </a:lnTo>
                  <a:lnTo>
                    <a:pt x="765441" y="72466"/>
                  </a:lnTo>
                  <a:lnTo>
                    <a:pt x="714641" y="72466"/>
                  </a:lnTo>
                  <a:lnTo>
                    <a:pt x="714641" y="6083"/>
                  </a:lnTo>
                  <a:lnTo>
                    <a:pt x="621157" y="6083"/>
                  </a:lnTo>
                  <a:lnTo>
                    <a:pt x="621157" y="72466"/>
                  </a:lnTo>
                  <a:lnTo>
                    <a:pt x="577811" y="72466"/>
                  </a:lnTo>
                  <a:lnTo>
                    <a:pt x="577811" y="130733"/>
                  </a:lnTo>
                  <a:lnTo>
                    <a:pt x="621157" y="130733"/>
                  </a:lnTo>
                  <a:lnTo>
                    <a:pt x="621157" y="215404"/>
                  </a:lnTo>
                  <a:lnTo>
                    <a:pt x="625436" y="249605"/>
                  </a:lnTo>
                  <a:lnTo>
                    <a:pt x="639114" y="270014"/>
                  </a:lnTo>
                  <a:lnTo>
                    <a:pt x="663448" y="279882"/>
                  </a:lnTo>
                  <a:lnTo>
                    <a:pt x="699731" y="282448"/>
                  </a:lnTo>
                  <a:lnTo>
                    <a:pt x="720344" y="282092"/>
                  </a:lnTo>
                  <a:lnTo>
                    <a:pt x="738517" y="281101"/>
                  </a:lnTo>
                  <a:lnTo>
                    <a:pt x="754418" y="279590"/>
                  </a:lnTo>
                  <a:lnTo>
                    <a:pt x="768159" y="277710"/>
                  </a:lnTo>
                  <a:lnTo>
                    <a:pt x="768159" y="222846"/>
                  </a:lnTo>
                  <a:close/>
                </a:path>
                <a:path w="814705" h="287019" extrusionOk="0">
                  <a:moveTo>
                    <a:pt x="800684" y="46736"/>
                  </a:moveTo>
                  <a:lnTo>
                    <a:pt x="790511" y="31838"/>
                  </a:lnTo>
                  <a:lnTo>
                    <a:pt x="795934" y="29806"/>
                  </a:lnTo>
                  <a:lnTo>
                    <a:pt x="798195" y="28448"/>
                  </a:lnTo>
                  <a:lnTo>
                    <a:pt x="799325" y="27774"/>
                  </a:lnTo>
                  <a:lnTo>
                    <a:pt x="799325" y="15582"/>
                  </a:lnTo>
                  <a:lnTo>
                    <a:pt x="799325" y="14897"/>
                  </a:lnTo>
                  <a:lnTo>
                    <a:pt x="796620" y="13995"/>
                  </a:lnTo>
                  <a:lnTo>
                    <a:pt x="796620" y="16929"/>
                  </a:lnTo>
                  <a:lnTo>
                    <a:pt x="796620" y="22352"/>
                  </a:lnTo>
                  <a:lnTo>
                    <a:pt x="795934" y="27774"/>
                  </a:lnTo>
                  <a:lnTo>
                    <a:pt x="791870" y="28448"/>
                  </a:lnTo>
                  <a:lnTo>
                    <a:pt x="778992" y="28448"/>
                  </a:lnTo>
                  <a:lnTo>
                    <a:pt x="778992" y="15582"/>
                  </a:lnTo>
                  <a:lnTo>
                    <a:pt x="793229" y="15582"/>
                  </a:lnTo>
                  <a:lnTo>
                    <a:pt x="796620" y="16929"/>
                  </a:lnTo>
                  <a:lnTo>
                    <a:pt x="796620" y="13995"/>
                  </a:lnTo>
                  <a:lnTo>
                    <a:pt x="795261" y="13538"/>
                  </a:lnTo>
                  <a:lnTo>
                    <a:pt x="775614" y="13538"/>
                  </a:lnTo>
                  <a:lnTo>
                    <a:pt x="775614" y="46736"/>
                  </a:lnTo>
                  <a:lnTo>
                    <a:pt x="778332" y="46736"/>
                  </a:lnTo>
                  <a:lnTo>
                    <a:pt x="778332" y="31838"/>
                  </a:lnTo>
                  <a:lnTo>
                    <a:pt x="787133" y="31838"/>
                  </a:lnTo>
                  <a:lnTo>
                    <a:pt x="797293" y="46736"/>
                  </a:lnTo>
                  <a:lnTo>
                    <a:pt x="800684" y="46736"/>
                  </a:lnTo>
                  <a:close/>
                </a:path>
                <a:path w="814705" h="287019" extrusionOk="0">
                  <a:moveTo>
                    <a:pt x="814222" y="29121"/>
                  </a:moveTo>
                  <a:lnTo>
                    <a:pt x="812076" y="18491"/>
                  </a:lnTo>
                  <a:lnTo>
                    <a:pt x="811504" y="17640"/>
                  </a:lnTo>
                  <a:lnTo>
                    <a:pt x="811504" y="29794"/>
                  </a:lnTo>
                  <a:lnTo>
                    <a:pt x="809498" y="39420"/>
                  </a:lnTo>
                  <a:lnTo>
                    <a:pt x="804062" y="47409"/>
                  </a:lnTo>
                  <a:lnTo>
                    <a:pt x="795947" y="52946"/>
                  </a:lnTo>
                  <a:lnTo>
                    <a:pt x="795629" y="52946"/>
                  </a:lnTo>
                  <a:lnTo>
                    <a:pt x="786447" y="54864"/>
                  </a:lnTo>
                  <a:lnTo>
                    <a:pt x="776820" y="52946"/>
                  </a:lnTo>
                  <a:lnTo>
                    <a:pt x="768832" y="47663"/>
                  </a:lnTo>
                  <a:lnTo>
                    <a:pt x="763384" y="39712"/>
                  </a:lnTo>
                  <a:lnTo>
                    <a:pt x="761377" y="29794"/>
                  </a:lnTo>
                  <a:lnTo>
                    <a:pt x="763295" y="20167"/>
                  </a:lnTo>
                  <a:lnTo>
                    <a:pt x="768578" y="12192"/>
                  </a:lnTo>
                  <a:lnTo>
                    <a:pt x="776528" y="6743"/>
                  </a:lnTo>
                  <a:lnTo>
                    <a:pt x="786447" y="4737"/>
                  </a:lnTo>
                  <a:lnTo>
                    <a:pt x="796569" y="6743"/>
                  </a:lnTo>
                  <a:lnTo>
                    <a:pt x="796226" y="6743"/>
                  </a:lnTo>
                  <a:lnTo>
                    <a:pt x="804062" y="11925"/>
                  </a:lnTo>
                  <a:lnTo>
                    <a:pt x="809498" y="19875"/>
                  </a:lnTo>
                  <a:lnTo>
                    <a:pt x="811504" y="29794"/>
                  </a:lnTo>
                  <a:lnTo>
                    <a:pt x="811504" y="17640"/>
                  </a:lnTo>
                  <a:lnTo>
                    <a:pt x="806170" y="9639"/>
                  </a:lnTo>
                  <a:lnTo>
                    <a:pt x="799020" y="4737"/>
                  </a:lnTo>
                  <a:lnTo>
                    <a:pt x="797356" y="3594"/>
                  </a:lnTo>
                  <a:lnTo>
                    <a:pt x="786447" y="1346"/>
                  </a:lnTo>
                  <a:lnTo>
                    <a:pt x="775055" y="3594"/>
                  </a:lnTo>
                  <a:lnTo>
                    <a:pt x="775398" y="3594"/>
                  </a:lnTo>
                  <a:lnTo>
                    <a:pt x="766711" y="9398"/>
                  </a:lnTo>
                  <a:lnTo>
                    <a:pt x="760818" y="18211"/>
                  </a:lnTo>
                  <a:lnTo>
                    <a:pt x="758672" y="29121"/>
                  </a:lnTo>
                  <a:lnTo>
                    <a:pt x="760704" y="39420"/>
                  </a:lnTo>
                  <a:lnTo>
                    <a:pt x="760818" y="40030"/>
                  </a:lnTo>
                  <a:lnTo>
                    <a:pt x="766711" y="48844"/>
                  </a:lnTo>
                  <a:lnTo>
                    <a:pt x="775703" y="54864"/>
                  </a:lnTo>
                  <a:lnTo>
                    <a:pt x="776122" y="54864"/>
                  </a:lnTo>
                  <a:lnTo>
                    <a:pt x="786447" y="56896"/>
                  </a:lnTo>
                  <a:lnTo>
                    <a:pt x="796759" y="54864"/>
                  </a:lnTo>
                  <a:lnTo>
                    <a:pt x="797179" y="54864"/>
                  </a:lnTo>
                  <a:lnTo>
                    <a:pt x="806170" y="48844"/>
                  </a:lnTo>
                  <a:lnTo>
                    <a:pt x="812076" y="40030"/>
                  </a:lnTo>
                  <a:lnTo>
                    <a:pt x="814222" y="29121"/>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grpSp>
          <p:nvGrpSpPr>
            <p:cNvPr id="658" name="Google Shape;658;p2">
              <a:extLst>
                <a:ext uri="{FF2B5EF4-FFF2-40B4-BE49-F238E27FC236}">
                  <a16:creationId xmlns:a16="http://schemas.microsoft.com/office/drawing/2014/main" id="{ECE4749D-9197-13B9-718F-99C3B2BACF75}"/>
                </a:ext>
              </a:extLst>
            </p:cNvPr>
            <p:cNvGrpSpPr/>
            <p:nvPr/>
          </p:nvGrpSpPr>
          <p:grpSpPr>
            <a:xfrm>
              <a:off x="60896" y="1747162"/>
              <a:ext cx="583898" cy="72491"/>
              <a:chOff x="638223" y="1660809"/>
              <a:chExt cx="583898" cy="72491"/>
            </a:xfrm>
          </p:grpSpPr>
          <p:pic>
            <p:nvPicPr>
              <p:cNvPr id="659" name="Google Shape;659;p2">
                <a:extLst>
                  <a:ext uri="{FF2B5EF4-FFF2-40B4-BE49-F238E27FC236}">
                    <a16:creationId xmlns:a16="http://schemas.microsoft.com/office/drawing/2014/main" id="{879D8170-206E-483F-36F1-A338DE290116}"/>
                  </a:ext>
                </a:extLst>
              </p:cNvPr>
              <p:cNvPicPr preferRelativeResize="0"/>
              <p:nvPr/>
            </p:nvPicPr>
            <p:blipFill rotWithShape="1">
              <a:blip r:embed="rId3">
                <a:alphaModFix/>
              </a:blip>
              <a:srcRect/>
              <a:stretch/>
            </p:blipFill>
            <p:spPr>
              <a:xfrm>
                <a:off x="638223" y="1660809"/>
                <a:ext cx="117182" cy="72491"/>
              </a:xfrm>
              <a:prstGeom prst="rect">
                <a:avLst/>
              </a:prstGeom>
              <a:noFill/>
              <a:ln>
                <a:noFill/>
              </a:ln>
            </p:spPr>
          </p:pic>
          <p:sp>
            <p:nvSpPr>
              <p:cNvPr id="660" name="Google Shape;660;p2">
                <a:extLst>
                  <a:ext uri="{FF2B5EF4-FFF2-40B4-BE49-F238E27FC236}">
                    <a16:creationId xmlns:a16="http://schemas.microsoft.com/office/drawing/2014/main" id="{D7B2EDB8-D2F4-B88E-41CC-DEF77D9A2ED7}"/>
                  </a:ext>
                </a:extLst>
              </p:cNvPr>
              <p:cNvSpPr/>
              <p:nvPr/>
            </p:nvSpPr>
            <p:spPr>
              <a:xfrm>
                <a:off x="775728"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61" name="Google Shape;661;p2">
                <a:extLst>
                  <a:ext uri="{FF2B5EF4-FFF2-40B4-BE49-F238E27FC236}">
                    <a16:creationId xmlns:a16="http://schemas.microsoft.com/office/drawing/2014/main" id="{CF7346DA-16C4-3330-8F59-E9B2A9C1A71A}"/>
                  </a:ext>
                </a:extLst>
              </p:cNvPr>
              <p:cNvPicPr preferRelativeResize="0"/>
              <p:nvPr/>
            </p:nvPicPr>
            <p:blipFill rotWithShape="1">
              <a:blip r:embed="rId4">
                <a:alphaModFix/>
              </a:blip>
              <a:srcRect/>
              <a:stretch/>
            </p:blipFill>
            <p:spPr>
              <a:xfrm>
                <a:off x="808913" y="1661490"/>
                <a:ext cx="93484" cy="70446"/>
              </a:xfrm>
              <a:prstGeom prst="rect">
                <a:avLst/>
              </a:prstGeom>
              <a:noFill/>
              <a:ln>
                <a:noFill/>
              </a:ln>
            </p:spPr>
          </p:pic>
          <p:pic>
            <p:nvPicPr>
              <p:cNvPr id="662" name="Google Shape;662;p2">
                <a:extLst>
                  <a:ext uri="{FF2B5EF4-FFF2-40B4-BE49-F238E27FC236}">
                    <a16:creationId xmlns:a16="http://schemas.microsoft.com/office/drawing/2014/main" id="{196AF3CD-2D40-ED60-8A42-6461D29021D5}"/>
                  </a:ext>
                </a:extLst>
              </p:cNvPr>
              <p:cNvPicPr preferRelativeResize="0"/>
              <p:nvPr/>
            </p:nvPicPr>
            <p:blipFill rotWithShape="1">
              <a:blip r:embed="rId5">
                <a:alphaModFix/>
              </a:blip>
              <a:srcRect/>
              <a:stretch/>
            </p:blipFill>
            <p:spPr>
              <a:xfrm>
                <a:off x="922718" y="1661490"/>
                <a:ext cx="93472" cy="70446"/>
              </a:xfrm>
              <a:prstGeom prst="rect">
                <a:avLst/>
              </a:prstGeom>
              <a:noFill/>
              <a:ln>
                <a:noFill/>
              </a:ln>
            </p:spPr>
          </p:pic>
          <p:pic>
            <p:nvPicPr>
              <p:cNvPr id="663" name="Google Shape;663;p2">
                <a:extLst>
                  <a:ext uri="{FF2B5EF4-FFF2-40B4-BE49-F238E27FC236}">
                    <a16:creationId xmlns:a16="http://schemas.microsoft.com/office/drawing/2014/main" id="{14565B61-9E1B-F355-2146-A4B58A39845F}"/>
                  </a:ext>
                </a:extLst>
              </p:cNvPr>
              <p:cNvPicPr preferRelativeResize="0"/>
              <p:nvPr/>
            </p:nvPicPr>
            <p:blipFill rotWithShape="1">
              <a:blip r:embed="rId6">
                <a:alphaModFix/>
              </a:blip>
              <a:srcRect/>
              <a:stretch/>
            </p:blipFill>
            <p:spPr>
              <a:xfrm>
                <a:off x="1037197" y="1662181"/>
                <a:ext cx="184924" cy="70434"/>
              </a:xfrm>
              <a:prstGeom prst="rect">
                <a:avLst/>
              </a:prstGeom>
              <a:noFill/>
              <a:ln>
                <a:noFill/>
              </a:ln>
            </p:spPr>
          </p:pic>
        </p:grpSp>
        <p:pic>
          <p:nvPicPr>
            <p:cNvPr id="664" name="Google Shape;664;p2">
              <a:extLst>
                <a:ext uri="{FF2B5EF4-FFF2-40B4-BE49-F238E27FC236}">
                  <a16:creationId xmlns:a16="http://schemas.microsoft.com/office/drawing/2014/main" id="{3D2782F4-59C3-CD09-DD08-3B6D004EB27A}"/>
                </a:ext>
              </a:extLst>
            </p:cNvPr>
            <p:cNvPicPr preferRelativeResize="0"/>
            <p:nvPr/>
          </p:nvPicPr>
          <p:blipFill rotWithShape="1">
            <a:blip r:embed="rId7">
              <a:alphaModFix/>
            </a:blip>
            <a:srcRect/>
            <a:stretch/>
          </p:blipFill>
          <p:spPr>
            <a:xfrm>
              <a:off x="707782" y="1747156"/>
              <a:ext cx="437595" cy="71979"/>
            </a:xfrm>
            <a:prstGeom prst="rect">
              <a:avLst/>
            </a:prstGeom>
            <a:noFill/>
            <a:ln>
              <a:noFill/>
            </a:ln>
          </p:spPr>
        </p:pic>
        <p:grpSp>
          <p:nvGrpSpPr>
            <p:cNvPr id="665" name="Google Shape;665;p2">
              <a:extLst>
                <a:ext uri="{FF2B5EF4-FFF2-40B4-BE49-F238E27FC236}">
                  <a16:creationId xmlns:a16="http://schemas.microsoft.com/office/drawing/2014/main" id="{73E65CDA-9295-1748-7C7E-581C6DC06028}"/>
                </a:ext>
              </a:extLst>
            </p:cNvPr>
            <p:cNvGrpSpPr/>
            <p:nvPr/>
          </p:nvGrpSpPr>
          <p:grpSpPr>
            <a:xfrm>
              <a:off x="1198210" y="1746497"/>
              <a:ext cx="340040" cy="73151"/>
              <a:chOff x="1775537" y="1660144"/>
              <a:chExt cx="340040" cy="73151"/>
            </a:xfrm>
          </p:grpSpPr>
          <p:pic>
            <p:nvPicPr>
              <p:cNvPr id="666" name="Google Shape;666;p2">
                <a:extLst>
                  <a:ext uri="{FF2B5EF4-FFF2-40B4-BE49-F238E27FC236}">
                    <a16:creationId xmlns:a16="http://schemas.microsoft.com/office/drawing/2014/main" id="{0AC7E9E7-08BE-6A81-A5C6-05D7703061F1}"/>
                  </a:ext>
                </a:extLst>
              </p:cNvPr>
              <p:cNvPicPr preferRelativeResize="0"/>
              <p:nvPr/>
            </p:nvPicPr>
            <p:blipFill rotWithShape="1">
              <a:blip r:embed="rId8">
                <a:alphaModFix/>
              </a:blip>
              <a:srcRect/>
              <a:stretch/>
            </p:blipFill>
            <p:spPr>
              <a:xfrm>
                <a:off x="1775537" y="1660144"/>
                <a:ext cx="226245" cy="73151"/>
              </a:xfrm>
              <a:prstGeom prst="rect">
                <a:avLst/>
              </a:prstGeom>
              <a:noFill/>
              <a:ln>
                <a:noFill/>
              </a:ln>
            </p:spPr>
          </p:pic>
          <p:pic>
            <p:nvPicPr>
              <p:cNvPr id="667" name="Google Shape;667;p2">
                <a:extLst>
                  <a:ext uri="{FF2B5EF4-FFF2-40B4-BE49-F238E27FC236}">
                    <a16:creationId xmlns:a16="http://schemas.microsoft.com/office/drawing/2014/main" id="{375BB575-6A5C-0DC8-6422-B9C64786890F}"/>
                  </a:ext>
                </a:extLst>
              </p:cNvPr>
              <p:cNvPicPr preferRelativeResize="0"/>
              <p:nvPr/>
            </p:nvPicPr>
            <p:blipFill rotWithShape="1">
              <a:blip r:embed="rId9">
                <a:alphaModFix/>
              </a:blip>
              <a:srcRect/>
              <a:stretch/>
            </p:blipFill>
            <p:spPr>
              <a:xfrm>
                <a:off x="2022779" y="1661490"/>
                <a:ext cx="92798" cy="70446"/>
              </a:xfrm>
              <a:prstGeom prst="rect">
                <a:avLst/>
              </a:prstGeom>
              <a:noFill/>
              <a:ln>
                <a:noFill/>
              </a:ln>
            </p:spPr>
          </p:pic>
        </p:grpSp>
        <p:grpSp>
          <p:nvGrpSpPr>
            <p:cNvPr id="668" name="Google Shape;668;p2">
              <a:extLst>
                <a:ext uri="{FF2B5EF4-FFF2-40B4-BE49-F238E27FC236}">
                  <a16:creationId xmlns:a16="http://schemas.microsoft.com/office/drawing/2014/main" id="{EEE9960B-66B0-976B-C618-2A93ACBAE9A5}"/>
                </a:ext>
              </a:extLst>
            </p:cNvPr>
            <p:cNvGrpSpPr/>
            <p:nvPr/>
          </p:nvGrpSpPr>
          <p:grpSpPr>
            <a:xfrm>
              <a:off x="1594475" y="1747156"/>
              <a:ext cx="615060" cy="72442"/>
              <a:chOff x="2171802" y="1660803"/>
              <a:chExt cx="615060" cy="72442"/>
            </a:xfrm>
          </p:grpSpPr>
          <p:pic>
            <p:nvPicPr>
              <p:cNvPr id="669" name="Google Shape;669;p2">
                <a:extLst>
                  <a:ext uri="{FF2B5EF4-FFF2-40B4-BE49-F238E27FC236}">
                    <a16:creationId xmlns:a16="http://schemas.microsoft.com/office/drawing/2014/main" id="{18E96522-F82A-9FEC-8BAC-B2158ADA8CBE}"/>
                  </a:ext>
                </a:extLst>
              </p:cNvPr>
              <p:cNvPicPr preferRelativeResize="0"/>
              <p:nvPr/>
            </p:nvPicPr>
            <p:blipFill rotWithShape="1">
              <a:blip r:embed="rId10">
                <a:alphaModFix/>
              </a:blip>
              <a:srcRect/>
              <a:stretch/>
            </p:blipFill>
            <p:spPr>
              <a:xfrm>
                <a:off x="2171802" y="1660803"/>
                <a:ext cx="224890" cy="71818"/>
              </a:xfrm>
              <a:prstGeom prst="rect">
                <a:avLst/>
              </a:prstGeom>
              <a:noFill/>
              <a:ln>
                <a:noFill/>
              </a:ln>
            </p:spPr>
          </p:pic>
          <p:pic>
            <p:nvPicPr>
              <p:cNvPr id="670" name="Google Shape;670;p2">
                <a:extLst>
                  <a:ext uri="{FF2B5EF4-FFF2-40B4-BE49-F238E27FC236}">
                    <a16:creationId xmlns:a16="http://schemas.microsoft.com/office/drawing/2014/main" id="{36BC303E-5963-9F5D-83D0-85B446582A12}"/>
                  </a:ext>
                </a:extLst>
              </p:cNvPr>
              <p:cNvPicPr preferRelativeResize="0"/>
              <p:nvPr/>
            </p:nvPicPr>
            <p:blipFill rotWithShape="1">
              <a:blip r:embed="rId11">
                <a:alphaModFix/>
              </a:blip>
              <a:srcRect/>
              <a:stretch/>
            </p:blipFill>
            <p:spPr>
              <a:xfrm>
                <a:off x="2418372" y="1661490"/>
                <a:ext cx="92798" cy="71132"/>
              </a:xfrm>
              <a:prstGeom prst="rect">
                <a:avLst/>
              </a:prstGeom>
              <a:noFill/>
              <a:ln>
                <a:noFill/>
              </a:ln>
            </p:spPr>
          </p:pic>
          <p:sp>
            <p:nvSpPr>
              <p:cNvPr id="671" name="Google Shape;671;p2">
                <a:extLst>
                  <a:ext uri="{FF2B5EF4-FFF2-40B4-BE49-F238E27FC236}">
                    <a16:creationId xmlns:a16="http://schemas.microsoft.com/office/drawing/2014/main" id="{57C07108-FBDB-1CFC-C7BC-BABCFB756A0C}"/>
                  </a:ext>
                </a:extLst>
              </p:cNvPr>
              <p:cNvSpPr/>
              <p:nvPr/>
            </p:nvSpPr>
            <p:spPr>
              <a:xfrm>
                <a:off x="2531503" y="1661490"/>
                <a:ext cx="12700" cy="71755"/>
              </a:xfrm>
              <a:custGeom>
                <a:avLst/>
                <a:gdLst/>
                <a:ahLst/>
                <a:cxnLst/>
                <a:rect l="l" t="t" r="r" b="b"/>
                <a:pathLst>
                  <a:path w="12700" h="71755" extrusionOk="0">
                    <a:moveTo>
                      <a:pt x="12192" y="0"/>
                    </a:moveTo>
                    <a:lnTo>
                      <a:pt x="0" y="0"/>
                    </a:lnTo>
                    <a:lnTo>
                      <a:pt x="0" y="71132"/>
                    </a:lnTo>
                    <a:lnTo>
                      <a:pt x="12192" y="71132"/>
                    </a:lnTo>
                    <a:lnTo>
                      <a:pt x="12192"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Open Sans Light"/>
                  <a:buNone/>
                </a:pPr>
                <a:endParaRPr sz="1800">
                  <a:solidFill>
                    <a:schemeClr val="dk1"/>
                  </a:solidFill>
                  <a:latin typeface="Orbitron Medium"/>
                  <a:ea typeface="Orbitron Medium"/>
                  <a:cs typeface="Orbitron Medium"/>
                  <a:sym typeface="Orbitron Medium"/>
                </a:endParaRPr>
              </a:p>
            </p:txBody>
          </p:sp>
          <p:pic>
            <p:nvPicPr>
              <p:cNvPr id="672" name="Google Shape;672;p2">
                <a:extLst>
                  <a:ext uri="{FF2B5EF4-FFF2-40B4-BE49-F238E27FC236}">
                    <a16:creationId xmlns:a16="http://schemas.microsoft.com/office/drawing/2014/main" id="{0DF681C1-A737-A6FA-FD60-3AAF6917A276}"/>
                  </a:ext>
                </a:extLst>
              </p:cNvPr>
              <p:cNvPicPr preferRelativeResize="0"/>
              <p:nvPr/>
            </p:nvPicPr>
            <p:blipFill rotWithShape="1">
              <a:blip r:embed="rId12">
                <a:alphaModFix/>
              </a:blip>
              <a:srcRect/>
              <a:stretch/>
            </p:blipFill>
            <p:spPr>
              <a:xfrm>
                <a:off x="2565367" y="1660803"/>
                <a:ext cx="221495" cy="71818"/>
              </a:xfrm>
              <a:prstGeom prst="rect">
                <a:avLst/>
              </a:prstGeom>
              <a:noFill/>
              <a:ln>
                <a:noFill/>
              </a:ln>
            </p:spPr>
          </p:pic>
        </p:grpSp>
      </p:grpSp>
      <p:sp>
        <p:nvSpPr>
          <p:cNvPr id="2" name="Title 1">
            <a:extLst>
              <a:ext uri="{FF2B5EF4-FFF2-40B4-BE49-F238E27FC236}">
                <a16:creationId xmlns:a16="http://schemas.microsoft.com/office/drawing/2014/main" id="{C10B7DDD-79DC-00A8-E001-29796FBA4B50}"/>
              </a:ext>
            </a:extLst>
          </p:cNvPr>
          <p:cNvSpPr>
            <a:spLocks noGrp="1"/>
          </p:cNvSpPr>
          <p:nvPr>
            <p:ph type="title"/>
          </p:nvPr>
        </p:nvSpPr>
        <p:spPr>
          <a:xfrm flipH="1" flipV="1">
            <a:off x="9448800" y="4475746"/>
            <a:ext cx="344127" cy="256675"/>
          </a:xfrm>
        </p:spPr>
        <p:txBody>
          <a:bodyPr/>
          <a:lstStyle/>
          <a:p>
            <a:endParaRPr lang="en-US" dirty="0"/>
          </a:p>
        </p:txBody>
      </p:sp>
      <p:sp>
        <p:nvSpPr>
          <p:cNvPr id="3" name="Text Placeholder 2">
            <a:extLst>
              <a:ext uri="{FF2B5EF4-FFF2-40B4-BE49-F238E27FC236}">
                <a16:creationId xmlns:a16="http://schemas.microsoft.com/office/drawing/2014/main" id="{811CE636-BFC9-1BAA-6A92-2198AE762CC7}"/>
              </a:ext>
            </a:extLst>
          </p:cNvPr>
          <p:cNvSpPr>
            <a:spLocks noGrp="1"/>
          </p:cNvSpPr>
          <p:nvPr>
            <p:ph type="body" idx="1"/>
          </p:nvPr>
        </p:nvSpPr>
        <p:spPr>
          <a:xfrm>
            <a:off x="10117394" y="4955457"/>
            <a:ext cx="45719" cy="217031"/>
          </a:xfrm>
        </p:spPr>
        <p:txBody>
          <a:bodyPr/>
          <a:lstStyle/>
          <a:p>
            <a:pPr marL="101600" indent="0">
              <a:buNone/>
            </a:pPr>
            <a:endParaRPr lang="en-US" dirty="0">
              <a:solidFill>
                <a:schemeClr val="accent5"/>
              </a:solidFill>
              <a:latin typeface="Orbitron SemiBold" panose="020B0604020202020204" charset="0"/>
            </a:endParaRPr>
          </a:p>
        </p:txBody>
      </p:sp>
    </p:spTree>
    <p:extLst>
      <p:ext uri="{BB962C8B-B14F-4D97-AF65-F5344CB8AC3E}">
        <p14:creationId xmlns:p14="http://schemas.microsoft.com/office/powerpoint/2010/main" val="1046667963"/>
      </p:ext>
    </p:extLst>
  </p:cSld>
  <p:clrMapOvr>
    <a:masterClrMapping/>
  </p:clrMapOvr>
</p:sld>
</file>

<file path=ppt/theme/theme1.xml><?xml version="1.0" encoding="utf-8"?>
<a:theme xmlns:a="http://schemas.openxmlformats.org/drawingml/2006/main" name="1_Office Theme">
  <a:themeElements>
    <a:clrScheme name="Custom 6">
      <a:dk1>
        <a:srgbClr val="000000"/>
      </a:dk1>
      <a:lt1>
        <a:srgbClr val="FFFFFF"/>
      </a:lt1>
      <a:dk2>
        <a:srgbClr val="5302D6"/>
      </a:dk2>
      <a:lt2>
        <a:srgbClr val="6C6F71"/>
      </a:lt2>
      <a:accent1>
        <a:srgbClr val="5302D6"/>
      </a:accent1>
      <a:accent2>
        <a:srgbClr val="5302D6"/>
      </a:accent2>
      <a:accent3>
        <a:srgbClr val="000000"/>
      </a:accent3>
      <a:accent4>
        <a:srgbClr val="00DB96"/>
      </a:accent4>
      <a:accent5>
        <a:srgbClr val="00DB96"/>
      </a:accent5>
      <a:accent6>
        <a:srgbClr val="4FF3FF"/>
      </a:accent6>
      <a:hlink>
        <a:srgbClr val="5302D6"/>
      </a:hlink>
      <a:folHlink>
        <a:srgbClr val="05A12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3066</TotalTime>
  <Words>636</Words>
  <Application>Microsoft Office PowerPoint</Application>
  <PresentationFormat>Widescreen</PresentationFormat>
  <Paragraphs>76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Orbitron Medium</vt:lpstr>
      <vt:lpstr>Open Sans Light</vt:lpstr>
      <vt:lpstr>Inter Medium</vt:lpstr>
      <vt:lpstr>Inter</vt:lpstr>
      <vt:lpstr>Arial</vt:lpstr>
      <vt:lpstr>Orbitron SemiBold</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Bourgoin, Tom</dc:creator>
  <cp:lastModifiedBy>Jax Kk</cp:lastModifiedBy>
  <cp:revision>16</cp:revision>
  <dcterms:created xsi:type="dcterms:W3CDTF">2023-08-15T09:14:16Z</dcterms:created>
  <dcterms:modified xsi:type="dcterms:W3CDTF">2025-11-15T09:18:16Z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1_Office Theme:10</vt:lpwstr>
  </property>
  <property fmtid="{D5CDD505-2E9C-101B-9397-08002B2CF9AE}" pid="3" name="ClassificationContentMarkingFooterText">
    <vt:lpwstr>Information Classification: Public</vt:lpwstr>
  </property>
  <property fmtid="{D5CDD505-2E9C-101B-9397-08002B2CF9AE}" pid="4" name="MSIP_Label_57969209-987a-410d-ac15-d40f31778c48_Enabled">
    <vt:lpwstr>true</vt:lpwstr>
  </property>
  <property fmtid="{D5CDD505-2E9C-101B-9397-08002B2CF9AE}" pid="5" name="MSIP_Label_57969209-987a-410d-ac15-d40f31778c48_SetDate">
    <vt:lpwstr>2023-08-15T11:29:31Z</vt:lpwstr>
  </property>
  <property fmtid="{D5CDD505-2E9C-101B-9397-08002B2CF9AE}" pid="6" name="MSIP_Label_57969209-987a-410d-ac15-d40f31778c48_Method">
    <vt:lpwstr>Privileged</vt:lpwstr>
  </property>
  <property fmtid="{D5CDD505-2E9C-101B-9397-08002B2CF9AE}" pid="7" name="MSIP_Label_57969209-987a-410d-ac15-d40f31778c48_Name">
    <vt:lpwstr>57969209-987a-410d-ac15-d40f31778c48</vt:lpwstr>
  </property>
  <property fmtid="{D5CDD505-2E9C-101B-9397-08002B2CF9AE}" pid="8" name="MSIP_Label_57969209-987a-410d-ac15-d40f31778c48_SiteId">
    <vt:lpwstr>2567d566-604c-408a-8a60-55d0dc9d9d6b</vt:lpwstr>
  </property>
  <property fmtid="{D5CDD505-2E9C-101B-9397-08002B2CF9AE}" pid="9" name="MSIP_Label_57969209-987a-410d-ac15-d40f31778c48_ActionId">
    <vt:lpwstr>9fd4049f-0877-4e4c-91f3-3d331c9f325a</vt:lpwstr>
  </property>
  <property fmtid="{D5CDD505-2E9C-101B-9397-08002B2CF9AE}" pid="10" name="MSIP_Label_57969209-987a-410d-ac15-d40f31778c48_ContentBits">
    <vt:lpwstr>0</vt:lpwstr>
  </property>
  <property fmtid="{D5CDD505-2E9C-101B-9397-08002B2CF9AE}" pid="11" name="ContentTypeId">
    <vt:lpwstr>0x01010080726F872DE920458D95D1A4D12F957A</vt:lpwstr>
  </property>
  <property fmtid="{D5CDD505-2E9C-101B-9397-08002B2CF9AE}" pid="12" name="MSIP_Label_2bbab825-a111-45e4-86a1-18cee0005896_Name">
    <vt:lpwstr>2bbab825-a111-45e4-86a1-18cee0005896</vt:lpwstr>
  </property>
  <property fmtid="{D5CDD505-2E9C-101B-9397-08002B2CF9AE}" pid="13" name="MSIP_Label_2bbab825-a111-45e4-86a1-18cee0005896_SiteId">
    <vt:lpwstr>2567d566-604c-408a-8a60-55d0dc9d9d6b</vt:lpwstr>
  </property>
  <property fmtid="{D5CDD505-2E9C-101B-9397-08002B2CF9AE}" pid="14" name="MSIP_Label_2bbab825-a111-45e4-86a1-18cee0005896_Method">
    <vt:lpwstr>Standard</vt:lpwstr>
  </property>
  <property fmtid="{D5CDD505-2E9C-101B-9397-08002B2CF9AE}" pid="15" name="MSIP_Label_2bbab825-a111-45e4-86a1-18cee0005896_SetDate">
    <vt:lpwstr>2023-08-15T11:26:52Z</vt:lpwstr>
  </property>
  <property fmtid="{D5CDD505-2E9C-101B-9397-08002B2CF9AE}" pid="16" name="MSIP_Label_2bbab825-a111-45e4-86a1-18cee0005896_ContentBits">
    <vt:lpwstr>2</vt:lpwstr>
  </property>
  <property fmtid="{D5CDD505-2E9C-101B-9397-08002B2CF9AE}" pid="17" name="MSIP_Label_2bbab825-a111-45e4-86a1-18cee0005896_Enabled">
    <vt:lpwstr>true</vt:lpwstr>
  </property>
  <property fmtid="{D5CDD505-2E9C-101B-9397-08002B2CF9AE}" pid="18" name="MSIP_Label_2bbab825-a111-45e4-86a1-18cee0005896_ActionId">
    <vt:lpwstr>d8134280-75a7-439a-9e00-afdde4760561</vt:lpwstr>
  </property>
  <property fmtid="{D5CDD505-2E9C-101B-9397-08002B2CF9AE}" pid="19" name="MediaServiceImageTags">
    <vt:lpwstr/>
  </property>
</Properties>
</file>